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8" r:id="rId3"/>
    <p:sldId id="269" r:id="rId4"/>
    <p:sldId id="259" r:id="rId5"/>
    <p:sldId id="257" r:id="rId6"/>
    <p:sldId id="258" r:id="rId7"/>
    <p:sldId id="262" r:id="rId8"/>
    <p:sldId id="278" r:id="rId9"/>
    <p:sldId id="260" r:id="rId10"/>
    <p:sldId id="261" r:id="rId11"/>
    <p:sldId id="270" r:id="rId12"/>
    <p:sldId id="263" r:id="rId13"/>
    <p:sldId id="265" r:id="rId14"/>
    <p:sldId id="267" r:id="rId15"/>
    <p:sldId id="264" r:id="rId16"/>
    <p:sldId id="266" r:id="rId17"/>
    <p:sldId id="271" r:id="rId18"/>
    <p:sldId id="272" r:id="rId19"/>
    <p:sldId id="276" r:id="rId20"/>
    <p:sldId id="273" r:id="rId21"/>
    <p:sldId id="274" r:id="rId22"/>
    <p:sldId id="275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B667"/>
    <a:srgbClr val="7F7F7F"/>
    <a:srgbClr val="1EB1EF"/>
    <a:srgbClr val="00B0F0"/>
    <a:srgbClr val="868611"/>
    <a:srgbClr val="B4E5A2"/>
    <a:srgbClr val="78206E"/>
    <a:srgbClr val="FF0000"/>
    <a:srgbClr val="5C5D5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43"/>
  </p:normalViewPr>
  <p:slideViewPr>
    <p:cSldViewPr snapToGrid="0">
      <p:cViewPr varScale="1">
        <p:scale>
          <a:sx n="113" d="100"/>
          <a:sy n="113" d="100"/>
        </p:scale>
        <p:origin x="1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user/Documents/PhD_data_mining/PhD_data_mining_NP/results/cluster_summary.csv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user/Documents/PhD_data_mining/PhD_data_mining_neuro/results/cluster_summary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/>
              <a:t>Cluster details plant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cluster_summary!$B$1</c:f>
              <c:strCache>
                <c:ptCount val="1"/>
                <c:pt idx="0">
                  <c:v>Document_Count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37B0333-4FFC-A941-8738-950C36E72E05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E2BBA00D-58BE-454F-8951-DAD208417871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90B3-FA44-8A5A-536F8BCF877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B3-FA44-8A5A-536F8BCF8770}"/>
                </c:ext>
              </c:extLst>
            </c:dLbl>
            <c:dLbl>
              <c:idx val="2"/>
              <c:layout>
                <c:manualLayout>
                  <c:x val="-1.8678041741159597E-3"/>
                  <c:y val="-3.0081474608097011E-2"/>
                </c:manualLayout>
              </c:layout>
              <c:tx>
                <c:rich>
                  <a:bodyPr/>
                  <a:lstStyle/>
                  <a:p>
                    <a:fld id="{F5F4F8F2-713A-1941-971B-2E0FE300FBF7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2A3194CE-CF9B-6142-8A4D-35345C3BBD52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90B3-FA44-8A5A-536F8BCF8770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B3-FA44-8A5A-536F8BCF877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0B3-FA44-8A5A-536F8BCF877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9B4E1CEE-0450-9140-908F-198206F756BA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3EF5B24C-1164-9748-9D3D-BA7609127E57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90B3-FA44-8A5A-536F8BCF8770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32344764883163701"/>
                      <c:h val="0.1765030522630091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90B3-FA44-8A5A-536F8BCF8770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3128538E-41EC-9147-9720-3D45077320B1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9C06F553-EA45-8B42-903B-8231560458A9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90B3-FA44-8A5A-536F8BCF8770}"/>
                </c:ext>
              </c:extLst>
            </c:dLbl>
            <c:dLbl>
              <c:idx val="8"/>
              <c:layout>
                <c:manualLayout>
                  <c:x val="5.6034125223474339E-3"/>
                  <c:y val="-3.3841658934109134E-2"/>
                </c:manualLayout>
              </c:layout>
              <c:tx>
                <c:rich>
                  <a:bodyPr/>
                  <a:lstStyle/>
                  <a:p>
                    <a:fld id="{DF09AE3C-2D06-0143-A296-A3A13646639E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72FDD7B2-1C4C-B944-97E5-3EC6211021B1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8478410242743951"/>
                      <c:h val="0.1351975754805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90B3-FA44-8A5A-536F8BCF8770}"/>
                </c:ext>
              </c:extLst>
            </c:dLbl>
            <c:dLbl>
              <c:idx val="9"/>
              <c:layout>
                <c:manualLayout>
                  <c:x val="0"/>
                  <c:y val="-2.632114224333189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12849B9-CFA7-7A40-938B-84CB28965A36}" type="CELLRANGE">
                      <a:rPr lang="en-US"/>
                      <a:pPr>
                        <a:defRPr sz="900" b="1"/>
                      </a:pPr>
                      <a:t>[CELLRANGE]</a:t>
                    </a:fld>
                    <a:r>
                      <a:rPr lang="en-US" baseline="0"/>
                      <a:t>, </a:t>
                    </a:r>
                    <a:fld id="{4C0B0EFB-F2BE-0F46-AAA8-3E9E8F7F0231}" type="VALUE">
                      <a:rPr lang="en-US" baseline="0"/>
                      <a:pPr>
                        <a:defRPr sz="900" b="1"/>
                      </a:pPr>
                      <a:t>[VALUE]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8164842689708606"/>
                      <c:h val="7.8794810590337078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90B3-FA44-8A5A-536F8BCF877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cluster_summary!$A$2:$A$11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cluster_summary!$B$2:$B$11</c:f>
              <c:numCache>
                <c:formatCode>General</c:formatCode>
                <c:ptCount val="10"/>
                <c:pt idx="0">
                  <c:v>5</c:v>
                </c:pt>
                <c:pt idx="1">
                  <c:v>24</c:v>
                </c:pt>
                <c:pt idx="2">
                  <c:v>23</c:v>
                </c:pt>
                <c:pt idx="3">
                  <c:v>7</c:v>
                </c:pt>
                <c:pt idx="4">
                  <c:v>19</c:v>
                </c:pt>
                <c:pt idx="5">
                  <c:v>12</c:v>
                </c:pt>
                <c:pt idx="6">
                  <c:v>6</c:v>
                </c:pt>
                <c:pt idx="7">
                  <c:v>8</c:v>
                </c:pt>
                <c:pt idx="8">
                  <c:v>8</c:v>
                </c:pt>
                <c:pt idx="9">
                  <c:v>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cluster_summary!$D$2:$D$11</c15:f>
                <c15:dlblRangeCache>
                  <c:ptCount val="10"/>
                  <c:pt idx="0">
                    <c:v>cardiotoxicity; heart; cardioprotective; cardiac; ventricular</c:v>
                  </c:pt>
                  <c:pt idx="1">
                    <c:v>glucose; insulin; mice; antidiabetic; glucose uptake</c:v>
                  </c:pt>
                  <c:pt idx="2">
                    <c:v>rats; mgkg; stress; curcumin; acid</c:v>
                  </c:pt>
                  <c:pt idx="3">
                    <c:v>body; risk; patients; body composition; hearing</c:v>
                  </c:pt>
                  <c:pt idx="4">
                    <c:v>review; evidence; management; clinical; obesity</c:v>
                  </c:pt>
                  <c:pt idx="5">
                    <c:v>mitochondrial; hypertrophy; cardiac; stress; oxidative</c:v>
                  </c:pt>
                  <c:pt idx="6">
                    <c:v>postmenopausal; vaginal; women; supplementation; herbal</c:v>
                  </c:pt>
                  <c:pt idx="7">
                    <c:v>patients; case; treatment; ayurvedic; approach</c:v>
                  </c:pt>
                  <c:pt idx="8">
                    <c:v>bark; vascular; proliferation; arjuna; extracts</c:v>
                  </c:pt>
                  <c:pt idx="9">
                    <c:v>ashwagandha; root extract; root; endurance; placebo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A-90B3-FA44-8A5A-536F8BCF8770}"/>
            </c:ext>
          </c:extLst>
        </c:ser>
        <c:ser>
          <c:idx val="2"/>
          <c:order val="1"/>
          <c:tx>
            <c:strRef>
              <c:f>cluster_summary!$D$1</c:f>
              <c:strCache>
                <c:ptCount val="1"/>
                <c:pt idx="0">
                  <c:v>Top_5_Terms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cluster_summary!$A$2:$A$11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cluster_summary!$D$2:$D$11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0B3-FA44-8A5A-536F8BCF87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53802944"/>
        <c:axId val="1053812352"/>
      </c:barChart>
      <c:catAx>
        <c:axId val="10538029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3812352"/>
        <c:crosses val="autoZero"/>
        <c:auto val="1"/>
        <c:lblAlgn val="ctr"/>
        <c:lblOffset val="100"/>
        <c:noMultiLvlLbl val="0"/>
      </c:catAx>
      <c:valAx>
        <c:axId val="10538123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3802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Spaceflight Neurological Effect Clustering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cluster_summary!$B$1</c:f>
              <c:strCache>
                <c:ptCount val="1"/>
                <c:pt idx="0">
                  <c:v>Document_Count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CDAC5BF-9097-064F-B573-08CDFA77D3B1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1C185292-5817-5444-B36D-A7629076F001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A0FD-3C41-9592-D9582060FC75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8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5681477-A6E4-0141-8F4C-650AD56852CF}" type="CELLRANGE">
                      <a:rPr lang="en-US" sz="800" baseline="0"/>
                      <a:pPr>
                        <a:defRPr sz="800" b="1"/>
                      </a:pPr>
                      <a:t>[CELLRANGE]</a:t>
                    </a:fld>
                    <a:r>
                      <a:rPr lang="en-US" sz="800" baseline="0"/>
                      <a:t>, </a:t>
                    </a:r>
                    <a:fld id="{318D1F95-7D66-D045-8FF6-BCBBA5CC1FF8}" type="VALUE">
                      <a:rPr lang="en-US" sz="800" baseline="0"/>
                      <a:pPr>
                        <a:defRPr sz="800" b="1"/>
                      </a:pPr>
                      <a:t>[VALUE]</a:t>
                    </a:fld>
                    <a:endParaRPr lang="en-US" sz="800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12451122181156"/>
                      <c:h val="0.15745098039215685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0FD-3C41-9592-D9582060FC7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B6C544C-A3C4-6048-83A0-6EBF5AC37264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B61EA674-8A68-004F-8F5A-5C9C4107987C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221516644166033"/>
                      <c:h val="0.11961125692621756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A0FD-3C41-9592-D9582060FC75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8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108D38A-DA35-B54F-AC0A-FDF847105750}" type="CELLRANGE">
                      <a:rPr lang="en-US"/>
                      <a:pPr>
                        <a:defRPr sz="800" b="1"/>
                      </a:pPr>
                      <a:t>[CELLRANGE]</a:t>
                    </a:fld>
                    <a:r>
                      <a:rPr lang="en-US" baseline="0"/>
                      <a:t>, </a:t>
                    </a:r>
                    <a:fld id="{E13C8D62-5C61-934B-BF7B-E76D782BF7FB}" type="VALUE">
                      <a:rPr lang="en-US" baseline="0"/>
                      <a:pPr>
                        <a:defRPr sz="800" b="1"/>
                      </a:pPr>
                      <a:t>[VALUE]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98194657272005"/>
                      <c:h val="0.12331496062992126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0FD-3C41-9592-D9582060FC7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7FC24BEB-3CC8-554E-AC63-13ECE67CDF62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29FF4B09-35E6-A248-9535-B1E1C66FD642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A0FD-3C41-9592-D9582060FC75}"/>
                </c:ext>
              </c:extLst>
            </c:dLbl>
            <c:dLbl>
              <c:idx val="5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8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3C83EA83-B00D-BD47-899D-17781B35EA8E}" type="CELLRANGE">
                      <a:rPr lang="en-US"/>
                      <a:pPr>
                        <a:defRPr sz="800" b="1"/>
                      </a:pPr>
                      <a:t>[CELLRANGE]</a:t>
                    </a:fld>
                    <a:r>
                      <a:rPr lang="en-US" baseline="0"/>
                      <a:t>, </a:t>
                    </a:r>
                    <a:fld id="{D5691BF0-91CF-5249-AC87-F677F5505801}" type="VALUE">
                      <a:rPr lang="en-US" baseline="0"/>
                      <a:pPr>
                        <a:defRPr sz="800" b="1"/>
                      </a:pPr>
                      <a:t>[VALUE]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9095449621003"/>
                      <c:h val="9.7389034703995334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A0FD-3C41-9592-D9582060FC7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20C4F4A6-F02F-914F-9A32-9B1EB389677A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9349A9D5-D2D1-454E-A8F5-1DCE0770D1E9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A0FD-3C41-9592-D9582060FC75}"/>
                </c:ext>
              </c:extLst>
            </c:dLbl>
            <c:dLbl>
              <c:idx val="7"/>
              <c:layout>
                <c:manualLayout>
                  <c:x val="-3.4013605442176874E-2"/>
                  <c:y val="-3.7254901960784313E-2"/>
                </c:manualLayout>
              </c:layout>
              <c:tx>
                <c:rich>
                  <a:bodyPr/>
                  <a:lstStyle/>
                  <a:p>
                    <a:fld id="{4839BCC4-51E6-2044-8C38-11D7A690FEB8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734CD5A1-E3C4-4441-90A4-A44EC6F5A0F1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A0FD-3C41-9592-D9582060FC75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4FA3784E-8223-0C4C-82B4-6EE58E0E9B76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91D6FF44-83DD-974F-A8F6-DF054CEEB6D8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A0FD-3C41-9592-D9582060FC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cluster_summary!$A$2:$A$10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cluster_summary!$B$2:$B$10</c:f>
              <c:numCache>
                <c:formatCode>General</c:formatCode>
                <c:ptCount val="9"/>
                <c:pt idx="0">
                  <c:v>68</c:v>
                </c:pt>
                <c:pt idx="1">
                  <c:v>258</c:v>
                </c:pt>
                <c:pt idx="2">
                  <c:v>159</c:v>
                </c:pt>
                <c:pt idx="3">
                  <c:v>119</c:v>
                </c:pt>
                <c:pt idx="4">
                  <c:v>65</c:v>
                </c:pt>
                <c:pt idx="5">
                  <c:v>67</c:v>
                </c:pt>
                <c:pt idx="6">
                  <c:v>219</c:v>
                </c:pt>
                <c:pt idx="7">
                  <c:v>275</c:v>
                </c:pt>
                <c:pt idx="8">
                  <c:v>84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cluster_summary!$D$2:$D$10</c15:f>
                <c15:dlblRangeCache>
                  <c:ptCount val="9"/>
                  <c:pt idx="0">
                    <c:v>hdbr; rest; bed; bed rest; headdown</c:v>
                  </c:pt>
                  <c:pt idx="1">
                    <c:v>mice; gravity; microgravity; spaceflight; changes</c:v>
                  </c:pt>
                  <c:pt idx="2">
                    <c:v>cells; microgravity; cell; simulated; simulated microgravity</c:v>
                  </c:pt>
                  <c:pt idx="3">
                    <c:v>sans; pressure; syndrome; neuroocular; ocular</c:v>
                  </c:pt>
                  <c:pt idx="4">
                    <c:v>bone; bone loss; mechanical; loss; mice</c:v>
                  </c:pt>
                  <c:pt idx="5">
                    <c:v>hu; mice; hindlimb; unloading; hindlimb unloading</c:v>
                  </c:pt>
                  <c:pt idx="6">
                    <c:v>space; radiation; health; missions; space radiation</c:v>
                  </c:pt>
                  <c:pt idx="7">
                    <c:v>spaceflight; performance; space; astronauts; sleep</c:v>
                  </c:pt>
                  <c:pt idx="8">
                    <c:v>muscle; atrophy; muscle atrophy; skeletal; skeletal muscle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A0FD-3C41-9592-D9582060FC75}"/>
            </c:ext>
          </c:extLst>
        </c:ser>
        <c:ser>
          <c:idx val="1"/>
          <c:order val="1"/>
          <c:tx>
            <c:strRef>
              <c:f>cluster_summary!$C$1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cluster_summary!$A$2:$A$10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cluster_summary!$C$2:$C$10</c:f>
              <c:numCache>
                <c:formatCode>0.00%</c:formatCode>
                <c:ptCount val="9"/>
                <c:pt idx="0">
                  <c:v>5.1999999999999998E-2</c:v>
                </c:pt>
                <c:pt idx="1">
                  <c:v>0.19600000000000001</c:v>
                </c:pt>
                <c:pt idx="2">
                  <c:v>0.121</c:v>
                </c:pt>
                <c:pt idx="3">
                  <c:v>9.0999999999999998E-2</c:v>
                </c:pt>
                <c:pt idx="4">
                  <c:v>4.9000000000000002E-2</c:v>
                </c:pt>
                <c:pt idx="5">
                  <c:v>5.0999999999999997E-2</c:v>
                </c:pt>
                <c:pt idx="6">
                  <c:v>0.16700000000000001</c:v>
                </c:pt>
                <c:pt idx="7">
                  <c:v>0.20899999999999999</c:v>
                </c:pt>
                <c:pt idx="8">
                  <c:v>6.4000000000000001E-2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0FD-3C41-9592-D9582060FC75}"/>
            </c:ext>
          </c:extLst>
        </c:ser>
        <c:ser>
          <c:idx val="2"/>
          <c:order val="2"/>
          <c:tx>
            <c:strRef>
              <c:f>cluster_summary!$D$1</c:f>
              <c:strCache>
                <c:ptCount val="1"/>
                <c:pt idx="0">
                  <c:v>Top_5_Terms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cluster_summary!$A$2:$A$10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cluster_summary!$D$2:$D$10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A0FD-3C41-9592-D9582060FC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15070079"/>
        <c:axId val="1915060223"/>
      </c:barChart>
      <c:catAx>
        <c:axId val="19150700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5060223"/>
        <c:crosses val="autoZero"/>
        <c:auto val="1"/>
        <c:lblAlgn val="ctr"/>
        <c:lblOffset val="100"/>
        <c:noMultiLvlLbl val="0"/>
      </c:catAx>
      <c:valAx>
        <c:axId val="19150602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50700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5B064F-600C-3C4F-B94A-83BEDD396D9D}" type="doc">
      <dgm:prSet loTypeId="urn:microsoft.com/office/officeart/2005/8/layout/bProcess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C4C4056-37B5-654A-BA8A-4F549E641124}">
      <dgm:prSet phldrT="[Text]"/>
      <dgm:spPr/>
      <dgm:t>
        <a:bodyPr/>
        <a:lstStyle/>
        <a:p>
          <a:r>
            <a:rPr lang="en-GB" dirty="0"/>
            <a:t>PubMed Query (428 results)</a:t>
          </a:r>
        </a:p>
      </dgm:t>
    </dgm:pt>
    <dgm:pt modelId="{B9557540-8DB6-5C49-91CB-835CA0666968}" type="parTrans" cxnId="{39A50DCA-BA3A-A34D-81D0-7465D9BF45C0}">
      <dgm:prSet/>
      <dgm:spPr/>
      <dgm:t>
        <a:bodyPr/>
        <a:lstStyle/>
        <a:p>
          <a:endParaRPr lang="en-GB"/>
        </a:p>
      </dgm:t>
    </dgm:pt>
    <dgm:pt modelId="{8099B6FA-299B-0D42-BC80-3CB31028A64F}" type="sibTrans" cxnId="{39A50DCA-BA3A-A34D-81D0-7465D9BF45C0}">
      <dgm:prSet/>
      <dgm:spPr/>
      <dgm:t>
        <a:bodyPr/>
        <a:lstStyle/>
        <a:p>
          <a:endParaRPr lang="en-GB"/>
        </a:p>
      </dgm:t>
    </dgm:pt>
    <dgm:pt modelId="{97608FDB-AE26-454A-A705-54BD880791AE}">
      <dgm:prSet phldrT="[Text]"/>
      <dgm:spPr/>
      <dgm:t>
        <a:bodyPr/>
        <a:lstStyle/>
        <a:p>
          <a:r>
            <a:rPr lang="en-GB" dirty="0"/>
            <a:t>Export to *.</a:t>
          </a:r>
          <a:r>
            <a:rPr lang="en-GB" dirty="0" err="1"/>
            <a:t>nbib</a:t>
          </a:r>
          <a:endParaRPr lang="en-GB" dirty="0"/>
        </a:p>
      </dgm:t>
    </dgm:pt>
    <dgm:pt modelId="{F8C5B041-572E-C34D-9A1D-2A2672CF527E}" type="parTrans" cxnId="{4B3CA247-EC73-2C49-AA38-B541F83A0DC0}">
      <dgm:prSet/>
      <dgm:spPr/>
      <dgm:t>
        <a:bodyPr/>
        <a:lstStyle/>
        <a:p>
          <a:endParaRPr lang="en-GB"/>
        </a:p>
      </dgm:t>
    </dgm:pt>
    <dgm:pt modelId="{37942C8F-BC00-FE43-BBD6-3092869C1645}" type="sibTrans" cxnId="{4B3CA247-EC73-2C49-AA38-B541F83A0DC0}">
      <dgm:prSet/>
      <dgm:spPr/>
      <dgm:t>
        <a:bodyPr/>
        <a:lstStyle/>
        <a:p>
          <a:endParaRPr lang="en-GB"/>
        </a:p>
      </dgm:t>
    </dgm:pt>
    <dgm:pt modelId="{E4678FF1-FE3E-404B-A36A-321F84C70BCB}">
      <dgm:prSet phldrT="[Text]"/>
      <dgm:spPr/>
      <dgm:t>
        <a:bodyPr/>
        <a:lstStyle/>
        <a:p>
          <a:r>
            <a:rPr lang="en-GB" dirty="0"/>
            <a:t>Conversion to *.RIS</a:t>
          </a:r>
        </a:p>
      </dgm:t>
    </dgm:pt>
    <dgm:pt modelId="{E6A537E8-4307-AD48-88D2-EC898D6E987D}" type="parTrans" cxnId="{6F83D08B-985F-8947-9696-C0B0B0E495FE}">
      <dgm:prSet/>
      <dgm:spPr/>
      <dgm:t>
        <a:bodyPr/>
        <a:lstStyle/>
        <a:p>
          <a:endParaRPr lang="en-GB"/>
        </a:p>
      </dgm:t>
    </dgm:pt>
    <dgm:pt modelId="{9077186F-8474-2741-9EE6-D24B5D944093}" type="sibTrans" cxnId="{6F83D08B-985F-8947-9696-C0B0B0E495FE}">
      <dgm:prSet/>
      <dgm:spPr/>
      <dgm:t>
        <a:bodyPr/>
        <a:lstStyle/>
        <a:p>
          <a:endParaRPr lang="en-GB"/>
        </a:p>
      </dgm:t>
    </dgm:pt>
    <dgm:pt modelId="{20D141A2-0382-094A-9C71-B877F8BEBA93}">
      <dgm:prSet phldrT="[Text]"/>
      <dgm:spPr/>
      <dgm:t>
        <a:bodyPr/>
        <a:lstStyle/>
        <a:p>
          <a:r>
            <a:rPr lang="en-GB" dirty="0"/>
            <a:t>Data cleaning and trimming with python</a:t>
          </a:r>
        </a:p>
      </dgm:t>
    </dgm:pt>
    <dgm:pt modelId="{E6E0BD8C-CEE4-BB48-A0F1-54CE9F84EF10}" type="parTrans" cxnId="{6DBB8D82-E61A-A043-82A2-3C3079BC2D1E}">
      <dgm:prSet/>
      <dgm:spPr/>
      <dgm:t>
        <a:bodyPr/>
        <a:lstStyle/>
        <a:p>
          <a:endParaRPr lang="en-GB"/>
        </a:p>
      </dgm:t>
    </dgm:pt>
    <dgm:pt modelId="{6D7F4728-626C-6F4C-9DEA-2EFCDD37CFFB}" type="sibTrans" cxnId="{6DBB8D82-E61A-A043-82A2-3C3079BC2D1E}">
      <dgm:prSet/>
      <dgm:spPr/>
      <dgm:t>
        <a:bodyPr/>
        <a:lstStyle/>
        <a:p>
          <a:endParaRPr lang="en-GB"/>
        </a:p>
      </dgm:t>
    </dgm:pt>
    <dgm:pt modelId="{7D13E856-EC3A-C242-A600-C610C5F8AB26}">
      <dgm:prSet phldrT="[Text]"/>
      <dgm:spPr/>
      <dgm:t>
        <a:bodyPr/>
        <a:lstStyle/>
        <a:p>
          <a:r>
            <a:rPr lang="en-GB" dirty="0"/>
            <a:t>Title and Abstract analysis</a:t>
          </a:r>
        </a:p>
      </dgm:t>
    </dgm:pt>
    <dgm:pt modelId="{843F53F0-DFF0-0F45-8568-EC7152A1EB30}" type="parTrans" cxnId="{0F60988A-E4AE-EF40-B8AE-9166AA1FF8A5}">
      <dgm:prSet/>
      <dgm:spPr/>
      <dgm:t>
        <a:bodyPr/>
        <a:lstStyle/>
        <a:p>
          <a:endParaRPr lang="en-GB"/>
        </a:p>
      </dgm:t>
    </dgm:pt>
    <dgm:pt modelId="{406AF7FD-8A2B-684E-8681-0C9C888839AB}" type="sibTrans" cxnId="{0F60988A-E4AE-EF40-B8AE-9166AA1FF8A5}">
      <dgm:prSet/>
      <dgm:spPr/>
      <dgm:t>
        <a:bodyPr/>
        <a:lstStyle/>
        <a:p>
          <a:endParaRPr lang="en-GB"/>
        </a:p>
      </dgm:t>
    </dgm:pt>
    <dgm:pt modelId="{26A056E6-6C47-5449-9AE8-2F02FBB6C474}">
      <dgm:prSet phldrT="[Text]"/>
      <dgm:spPr/>
      <dgm:t>
        <a:bodyPr/>
        <a:lstStyle/>
        <a:p>
          <a:r>
            <a:rPr lang="en-GB" dirty="0"/>
            <a:t>Clustering technique (K means)</a:t>
          </a:r>
        </a:p>
      </dgm:t>
    </dgm:pt>
    <dgm:pt modelId="{7940BA61-E483-E84D-B2C0-BEC6F5C7D6F1}" type="parTrans" cxnId="{B61D9FC1-B0BA-AF4C-9A46-75FB0A93407C}">
      <dgm:prSet/>
      <dgm:spPr/>
      <dgm:t>
        <a:bodyPr/>
        <a:lstStyle/>
        <a:p>
          <a:endParaRPr lang="en-GB"/>
        </a:p>
      </dgm:t>
    </dgm:pt>
    <dgm:pt modelId="{8F525DAF-8929-C843-92EA-BA878DA0B274}" type="sibTrans" cxnId="{B61D9FC1-B0BA-AF4C-9A46-75FB0A93407C}">
      <dgm:prSet/>
      <dgm:spPr/>
      <dgm:t>
        <a:bodyPr/>
        <a:lstStyle/>
        <a:p>
          <a:endParaRPr lang="en-GB"/>
        </a:p>
      </dgm:t>
    </dgm:pt>
    <dgm:pt modelId="{8C00F24F-BE09-244B-9162-2FE659BDC3AF}">
      <dgm:prSet phldrT="[Text]"/>
      <dgm:spPr/>
      <dgm:t>
        <a:bodyPr/>
        <a:lstStyle/>
        <a:p>
          <a:r>
            <a:rPr lang="en-GB" dirty="0"/>
            <a:t>Export of the most important clusters</a:t>
          </a:r>
        </a:p>
      </dgm:t>
    </dgm:pt>
    <dgm:pt modelId="{5C5ECB17-562B-024C-97F9-BED1ACF850C9}" type="parTrans" cxnId="{E9EC0564-6DA7-424A-8A8B-028F44EB8413}">
      <dgm:prSet/>
      <dgm:spPr/>
      <dgm:t>
        <a:bodyPr/>
        <a:lstStyle/>
        <a:p>
          <a:endParaRPr lang="en-GB"/>
        </a:p>
      </dgm:t>
    </dgm:pt>
    <dgm:pt modelId="{C90AA44C-5C0E-6F4A-9CF2-61B2C8A47D9C}" type="sibTrans" cxnId="{E9EC0564-6DA7-424A-8A8B-028F44EB8413}">
      <dgm:prSet/>
      <dgm:spPr/>
      <dgm:t>
        <a:bodyPr/>
        <a:lstStyle/>
        <a:p>
          <a:endParaRPr lang="en-GB"/>
        </a:p>
      </dgm:t>
    </dgm:pt>
    <dgm:pt modelId="{DA6B66F3-0BD0-4A47-B9BF-C4179797555B}">
      <dgm:prSet phldrT="[Text]"/>
      <dgm:spPr/>
      <dgm:t>
        <a:bodyPr/>
        <a:lstStyle/>
        <a:p>
          <a:r>
            <a:rPr lang="en-GB" dirty="0" err="1"/>
            <a:t>Wordcloud</a:t>
          </a:r>
          <a:r>
            <a:rPr lang="en-GB" dirty="0"/>
            <a:t> design for most common words</a:t>
          </a:r>
        </a:p>
      </dgm:t>
    </dgm:pt>
    <dgm:pt modelId="{25D4203B-4B44-A04D-9A12-BAE070480E10}" type="parTrans" cxnId="{0397F634-08FA-F643-B1A5-24C9E4ADA3CD}">
      <dgm:prSet/>
      <dgm:spPr/>
      <dgm:t>
        <a:bodyPr/>
        <a:lstStyle/>
        <a:p>
          <a:endParaRPr lang="en-GB"/>
        </a:p>
      </dgm:t>
    </dgm:pt>
    <dgm:pt modelId="{1C9AE3A7-8111-AD47-B349-25F48F057838}" type="sibTrans" cxnId="{0397F634-08FA-F643-B1A5-24C9E4ADA3CD}">
      <dgm:prSet/>
      <dgm:spPr/>
      <dgm:t>
        <a:bodyPr/>
        <a:lstStyle/>
        <a:p>
          <a:endParaRPr lang="en-GB"/>
        </a:p>
      </dgm:t>
    </dgm:pt>
    <dgm:pt modelId="{0A794902-7298-8E47-8170-AFF435CC8226}" type="pres">
      <dgm:prSet presAssocID="{9D5B064F-600C-3C4F-B94A-83BEDD396D9D}" presName="diagram" presStyleCnt="0">
        <dgm:presLayoutVars>
          <dgm:dir/>
          <dgm:resizeHandles/>
        </dgm:presLayoutVars>
      </dgm:prSet>
      <dgm:spPr/>
    </dgm:pt>
    <dgm:pt modelId="{E0823A5C-2D20-4640-91AB-BCE184D1DC86}" type="pres">
      <dgm:prSet presAssocID="{CC4C4056-37B5-654A-BA8A-4F549E641124}" presName="firstNode" presStyleLbl="node1" presStyleIdx="0" presStyleCnt="8">
        <dgm:presLayoutVars>
          <dgm:bulletEnabled val="1"/>
        </dgm:presLayoutVars>
      </dgm:prSet>
      <dgm:spPr/>
    </dgm:pt>
    <dgm:pt modelId="{23ACCAE3-12B0-2346-9F9B-6CCDFD52F3DE}" type="pres">
      <dgm:prSet presAssocID="{8099B6FA-299B-0D42-BC80-3CB31028A64F}" presName="sibTrans" presStyleLbl="sibTrans2D1" presStyleIdx="0" presStyleCnt="7"/>
      <dgm:spPr/>
    </dgm:pt>
    <dgm:pt modelId="{DA728D9E-9AF4-AF4E-B2C3-439D56279ECD}" type="pres">
      <dgm:prSet presAssocID="{97608FDB-AE26-454A-A705-54BD880791AE}" presName="middleNode" presStyleCnt="0"/>
      <dgm:spPr/>
    </dgm:pt>
    <dgm:pt modelId="{A38A8FCC-A6A0-744C-923E-4F8E9E105C97}" type="pres">
      <dgm:prSet presAssocID="{97608FDB-AE26-454A-A705-54BD880791AE}" presName="padding" presStyleLbl="node1" presStyleIdx="0" presStyleCnt="8"/>
      <dgm:spPr/>
    </dgm:pt>
    <dgm:pt modelId="{0C4EDB11-CA42-8345-B4A4-8116DC3DC1A7}" type="pres">
      <dgm:prSet presAssocID="{97608FDB-AE26-454A-A705-54BD880791AE}" presName="shape" presStyleLbl="node1" presStyleIdx="1" presStyleCnt="8">
        <dgm:presLayoutVars>
          <dgm:bulletEnabled val="1"/>
        </dgm:presLayoutVars>
      </dgm:prSet>
      <dgm:spPr/>
    </dgm:pt>
    <dgm:pt modelId="{B9CB7C29-2DA4-564A-AB3D-CCAB643D05D5}" type="pres">
      <dgm:prSet presAssocID="{37942C8F-BC00-FE43-BBD6-3092869C1645}" presName="sibTrans" presStyleLbl="sibTrans2D1" presStyleIdx="1" presStyleCnt="7"/>
      <dgm:spPr/>
    </dgm:pt>
    <dgm:pt modelId="{54074171-9065-4146-92A4-CA10C8DAFEE4}" type="pres">
      <dgm:prSet presAssocID="{E4678FF1-FE3E-404B-A36A-321F84C70BCB}" presName="middleNode" presStyleCnt="0"/>
      <dgm:spPr/>
    </dgm:pt>
    <dgm:pt modelId="{042C76ED-40D8-1D49-9959-3F7C7A55B1AC}" type="pres">
      <dgm:prSet presAssocID="{E4678FF1-FE3E-404B-A36A-321F84C70BCB}" presName="padding" presStyleLbl="node1" presStyleIdx="1" presStyleCnt="8"/>
      <dgm:spPr/>
    </dgm:pt>
    <dgm:pt modelId="{0CFFAB4C-B754-1941-BB44-65FEA09E1AE9}" type="pres">
      <dgm:prSet presAssocID="{E4678FF1-FE3E-404B-A36A-321F84C70BCB}" presName="shape" presStyleLbl="node1" presStyleIdx="2" presStyleCnt="8">
        <dgm:presLayoutVars>
          <dgm:bulletEnabled val="1"/>
        </dgm:presLayoutVars>
      </dgm:prSet>
      <dgm:spPr/>
    </dgm:pt>
    <dgm:pt modelId="{776A3F02-D721-B042-B62A-CAB953DAAEF3}" type="pres">
      <dgm:prSet presAssocID="{9077186F-8474-2741-9EE6-D24B5D944093}" presName="sibTrans" presStyleLbl="sibTrans2D1" presStyleIdx="2" presStyleCnt="7"/>
      <dgm:spPr/>
    </dgm:pt>
    <dgm:pt modelId="{D65CA1E1-13C9-9C4C-BD7F-4D8EF02F53FC}" type="pres">
      <dgm:prSet presAssocID="{20D141A2-0382-094A-9C71-B877F8BEBA93}" presName="middleNode" presStyleCnt="0"/>
      <dgm:spPr/>
    </dgm:pt>
    <dgm:pt modelId="{3CDB83D8-5295-404F-A3A3-B170B5466638}" type="pres">
      <dgm:prSet presAssocID="{20D141A2-0382-094A-9C71-B877F8BEBA93}" presName="padding" presStyleLbl="node1" presStyleIdx="2" presStyleCnt="8"/>
      <dgm:spPr/>
    </dgm:pt>
    <dgm:pt modelId="{A24FF580-CDCB-BB4A-A5D2-71900DBD7F54}" type="pres">
      <dgm:prSet presAssocID="{20D141A2-0382-094A-9C71-B877F8BEBA93}" presName="shape" presStyleLbl="node1" presStyleIdx="3" presStyleCnt="8">
        <dgm:presLayoutVars>
          <dgm:bulletEnabled val="1"/>
        </dgm:presLayoutVars>
      </dgm:prSet>
      <dgm:spPr/>
    </dgm:pt>
    <dgm:pt modelId="{E1827D18-96FF-654A-901F-F337DB63B676}" type="pres">
      <dgm:prSet presAssocID="{6D7F4728-626C-6F4C-9DEA-2EFCDD37CFFB}" presName="sibTrans" presStyleLbl="sibTrans2D1" presStyleIdx="3" presStyleCnt="7"/>
      <dgm:spPr/>
    </dgm:pt>
    <dgm:pt modelId="{EF63262E-96B4-794D-A386-1151D68E232A}" type="pres">
      <dgm:prSet presAssocID="{7D13E856-EC3A-C242-A600-C610C5F8AB26}" presName="middleNode" presStyleCnt="0"/>
      <dgm:spPr/>
    </dgm:pt>
    <dgm:pt modelId="{8302631D-FEB8-C34F-BA5D-BC4DFFC4DB54}" type="pres">
      <dgm:prSet presAssocID="{7D13E856-EC3A-C242-A600-C610C5F8AB26}" presName="padding" presStyleLbl="node1" presStyleIdx="3" presStyleCnt="8"/>
      <dgm:spPr/>
    </dgm:pt>
    <dgm:pt modelId="{964EB692-632D-5E46-8850-FA34419C7EAB}" type="pres">
      <dgm:prSet presAssocID="{7D13E856-EC3A-C242-A600-C610C5F8AB26}" presName="shape" presStyleLbl="node1" presStyleIdx="4" presStyleCnt="8">
        <dgm:presLayoutVars>
          <dgm:bulletEnabled val="1"/>
        </dgm:presLayoutVars>
      </dgm:prSet>
      <dgm:spPr/>
    </dgm:pt>
    <dgm:pt modelId="{0FBA8E37-8697-464C-985D-A5A5ACD2A47A}" type="pres">
      <dgm:prSet presAssocID="{406AF7FD-8A2B-684E-8681-0C9C888839AB}" presName="sibTrans" presStyleLbl="sibTrans2D1" presStyleIdx="4" presStyleCnt="7"/>
      <dgm:spPr/>
    </dgm:pt>
    <dgm:pt modelId="{B609A4E8-DCCD-564E-A8E7-5D08C717BD21}" type="pres">
      <dgm:prSet presAssocID="{DA6B66F3-0BD0-4A47-B9BF-C4179797555B}" presName="middleNode" presStyleCnt="0"/>
      <dgm:spPr/>
    </dgm:pt>
    <dgm:pt modelId="{67AC7AF4-C244-AE4B-96E2-066D03A2CD7D}" type="pres">
      <dgm:prSet presAssocID="{DA6B66F3-0BD0-4A47-B9BF-C4179797555B}" presName="padding" presStyleLbl="node1" presStyleIdx="4" presStyleCnt="8"/>
      <dgm:spPr/>
    </dgm:pt>
    <dgm:pt modelId="{B5A7D9C0-E352-1B4E-AE42-96910C25178F}" type="pres">
      <dgm:prSet presAssocID="{DA6B66F3-0BD0-4A47-B9BF-C4179797555B}" presName="shape" presStyleLbl="node1" presStyleIdx="5" presStyleCnt="8">
        <dgm:presLayoutVars>
          <dgm:bulletEnabled val="1"/>
        </dgm:presLayoutVars>
      </dgm:prSet>
      <dgm:spPr/>
    </dgm:pt>
    <dgm:pt modelId="{A50D136D-1C83-9F47-8BD3-66E37A0EFCEE}" type="pres">
      <dgm:prSet presAssocID="{1C9AE3A7-8111-AD47-B349-25F48F057838}" presName="sibTrans" presStyleLbl="sibTrans2D1" presStyleIdx="5" presStyleCnt="7"/>
      <dgm:spPr/>
    </dgm:pt>
    <dgm:pt modelId="{12096BFE-A34A-CF45-82ED-F73090E966C0}" type="pres">
      <dgm:prSet presAssocID="{26A056E6-6C47-5449-9AE8-2F02FBB6C474}" presName="middleNode" presStyleCnt="0"/>
      <dgm:spPr/>
    </dgm:pt>
    <dgm:pt modelId="{4B9C31C5-BDB6-7E4C-B679-3C4633401846}" type="pres">
      <dgm:prSet presAssocID="{26A056E6-6C47-5449-9AE8-2F02FBB6C474}" presName="padding" presStyleLbl="node1" presStyleIdx="5" presStyleCnt="8"/>
      <dgm:spPr/>
    </dgm:pt>
    <dgm:pt modelId="{CD2EE736-E7EF-104C-B187-CD0627AF9343}" type="pres">
      <dgm:prSet presAssocID="{26A056E6-6C47-5449-9AE8-2F02FBB6C474}" presName="shape" presStyleLbl="node1" presStyleIdx="6" presStyleCnt="8">
        <dgm:presLayoutVars>
          <dgm:bulletEnabled val="1"/>
        </dgm:presLayoutVars>
      </dgm:prSet>
      <dgm:spPr/>
    </dgm:pt>
    <dgm:pt modelId="{8276337B-3CE9-0546-80BD-505CCE4800AD}" type="pres">
      <dgm:prSet presAssocID="{8F525DAF-8929-C843-92EA-BA878DA0B274}" presName="sibTrans" presStyleLbl="sibTrans2D1" presStyleIdx="6" presStyleCnt="7"/>
      <dgm:spPr/>
    </dgm:pt>
    <dgm:pt modelId="{DE8B26B0-C9D5-9F40-8412-A36E6C2DD07A}" type="pres">
      <dgm:prSet presAssocID="{8C00F24F-BE09-244B-9162-2FE659BDC3AF}" presName="lastNode" presStyleLbl="node1" presStyleIdx="7" presStyleCnt="8">
        <dgm:presLayoutVars>
          <dgm:bulletEnabled val="1"/>
        </dgm:presLayoutVars>
      </dgm:prSet>
      <dgm:spPr/>
    </dgm:pt>
  </dgm:ptLst>
  <dgm:cxnLst>
    <dgm:cxn modelId="{08DA4901-030B-694E-AA31-2FDD1B621C99}" type="presOf" srcId="{8C00F24F-BE09-244B-9162-2FE659BDC3AF}" destId="{DE8B26B0-C9D5-9F40-8412-A36E6C2DD07A}" srcOrd="0" destOrd="0" presId="urn:microsoft.com/office/officeart/2005/8/layout/bProcess2"/>
    <dgm:cxn modelId="{C441BF0E-A7D0-F941-97C0-76B6AA0DDE9C}" type="presOf" srcId="{8099B6FA-299B-0D42-BC80-3CB31028A64F}" destId="{23ACCAE3-12B0-2346-9F9B-6CCDFD52F3DE}" srcOrd="0" destOrd="0" presId="urn:microsoft.com/office/officeart/2005/8/layout/bProcess2"/>
    <dgm:cxn modelId="{FD34AA17-B8FC-AE4B-9761-2A2194401E9B}" type="presOf" srcId="{6D7F4728-626C-6F4C-9DEA-2EFCDD37CFFB}" destId="{E1827D18-96FF-654A-901F-F337DB63B676}" srcOrd="0" destOrd="0" presId="urn:microsoft.com/office/officeart/2005/8/layout/bProcess2"/>
    <dgm:cxn modelId="{901A351F-05FE-9A44-AF7A-1B0285571797}" type="presOf" srcId="{E4678FF1-FE3E-404B-A36A-321F84C70BCB}" destId="{0CFFAB4C-B754-1941-BB44-65FEA09E1AE9}" srcOrd="0" destOrd="0" presId="urn:microsoft.com/office/officeart/2005/8/layout/bProcess2"/>
    <dgm:cxn modelId="{F4C6D923-7440-7E4C-AC00-174AF30F6AD2}" type="presOf" srcId="{DA6B66F3-0BD0-4A47-B9BF-C4179797555B}" destId="{B5A7D9C0-E352-1B4E-AE42-96910C25178F}" srcOrd="0" destOrd="0" presId="urn:microsoft.com/office/officeart/2005/8/layout/bProcess2"/>
    <dgm:cxn modelId="{0397F634-08FA-F643-B1A5-24C9E4ADA3CD}" srcId="{9D5B064F-600C-3C4F-B94A-83BEDD396D9D}" destId="{DA6B66F3-0BD0-4A47-B9BF-C4179797555B}" srcOrd="5" destOrd="0" parTransId="{25D4203B-4B44-A04D-9A12-BAE070480E10}" sibTransId="{1C9AE3A7-8111-AD47-B349-25F48F057838}"/>
    <dgm:cxn modelId="{4B3CA247-EC73-2C49-AA38-B541F83A0DC0}" srcId="{9D5B064F-600C-3C4F-B94A-83BEDD396D9D}" destId="{97608FDB-AE26-454A-A705-54BD880791AE}" srcOrd="1" destOrd="0" parTransId="{F8C5B041-572E-C34D-9A1D-2A2672CF527E}" sibTransId="{37942C8F-BC00-FE43-BBD6-3092869C1645}"/>
    <dgm:cxn modelId="{85BA704C-9225-CE48-8748-611E2F29D692}" type="presOf" srcId="{CC4C4056-37B5-654A-BA8A-4F549E641124}" destId="{E0823A5C-2D20-4640-91AB-BCE184D1DC86}" srcOrd="0" destOrd="0" presId="urn:microsoft.com/office/officeart/2005/8/layout/bProcess2"/>
    <dgm:cxn modelId="{E9EC0564-6DA7-424A-8A8B-028F44EB8413}" srcId="{9D5B064F-600C-3C4F-B94A-83BEDD396D9D}" destId="{8C00F24F-BE09-244B-9162-2FE659BDC3AF}" srcOrd="7" destOrd="0" parTransId="{5C5ECB17-562B-024C-97F9-BED1ACF850C9}" sibTransId="{C90AA44C-5C0E-6F4A-9CF2-61B2C8A47D9C}"/>
    <dgm:cxn modelId="{A81D546B-30CA-204C-8F47-DB0F35D11109}" type="presOf" srcId="{1C9AE3A7-8111-AD47-B349-25F48F057838}" destId="{A50D136D-1C83-9F47-8BD3-66E37A0EFCEE}" srcOrd="0" destOrd="0" presId="urn:microsoft.com/office/officeart/2005/8/layout/bProcess2"/>
    <dgm:cxn modelId="{F1111D74-F4A8-D649-B0AC-8CE0359DC1AC}" type="presOf" srcId="{9077186F-8474-2741-9EE6-D24B5D944093}" destId="{776A3F02-D721-B042-B62A-CAB953DAAEF3}" srcOrd="0" destOrd="0" presId="urn:microsoft.com/office/officeart/2005/8/layout/bProcess2"/>
    <dgm:cxn modelId="{6DBB8D82-E61A-A043-82A2-3C3079BC2D1E}" srcId="{9D5B064F-600C-3C4F-B94A-83BEDD396D9D}" destId="{20D141A2-0382-094A-9C71-B877F8BEBA93}" srcOrd="3" destOrd="0" parTransId="{E6E0BD8C-CEE4-BB48-A0F1-54CE9F84EF10}" sibTransId="{6D7F4728-626C-6F4C-9DEA-2EFCDD37CFFB}"/>
    <dgm:cxn modelId="{0F60988A-E4AE-EF40-B8AE-9166AA1FF8A5}" srcId="{9D5B064F-600C-3C4F-B94A-83BEDD396D9D}" destId="{7D13E856-EC3A-C242-A600-C610C5F8AB26}" srcOrd="4" destOrd="0" parTransId="{843F53F0-DFF0-0F45-8568-EC7152A1EB30}" sibTransId="{406AF7FD-8A2B-684E-8681-0C9C888839AB}"/>
    <dgm:cxn modelId="{6F83D08B-985F-8947-9696-C0B0B0E495FE}" srcId="{9D5B064F-600C-3C4F-B94A-83BEDD396D9D}" destId="{E4678FF1-FE3E-404B-A36A-321F84C70BCB}" srcOrd="2" destOrd="0" parTransId="{E6A537E8-4307-AD48-88D2-EC898D6E987D}" sibTransId="{9077186F-8474-2741-9EE6-D24B5D944093}"/>
    <dgm:cxn modelId="{52497696-CC05-BA4B-9C70-F49439B08D14}" type="presOf" srcId="{9D5B064F-600C-3C4F-B94A-83BEDD396D9D}" destId="{0A794902-7298-8E47-8170-AFF435CC8226}" srcOrd="0" destOrd="0" presId="urn:microsoft.com/office/officeart/2005/8/layout/bProcess2"/>
    <dgm:cxn modelId="{BA0BC5AC-8A15-8F4B-89C6-D4EB2989B6BE}" type="presOf" srcId="{7D13E856-EC3A-C242-A600-C610C5F8AB26}" destId="{964EB692-632D-5E46-8850-FA34419C7EAB}" srcOrd="0" destOrd="0" presId="urn:microsoft.com/office/officeart/2005/8/layout/bProcess2"/>
    <dgm:cxn modelId="{B1117CAF-FC61-E541-BC7B-16069CA040AE}" type="presOf" srcId="{97608FDB-AE26-454A-A705-54BD880791AE}" destId="{0C4EDB11-CA42-8345-B4A4-8116DC3DC1A7}" srcOrd="0" destOrd="0" presId="urn:microsoft.com/office/officeart/2005/8/layout/bProcess2"/>
    <dgm:cxn modelId="{DBF75CB9-AC10-1F44-913D-F5629011D0E1}" type="presOf" srcId="{8F525DAF-8929-C843-92EA-BA878DA0B274}" destId="{8276337B-3CE9-0546-80BD-505CCE4800AD}" srcOrd="0" destOrd="0" presId="urn:microsoft.com/office/officeart/2005/8/layout/bProcess2"/>
    <dgm:cxn modelId="{B61D9FC1-B0BA-AF4C-9A46-75FB0A93407C}" srcId="{9D5B064F-600C-3C4F-B94A-83BEDD396D9D}" destId="{26A056E6-6C47-5449-9AE8-2F02FBB6C474}" srcOrd="6" destOrd="0" parTransId="{7940BA61-E483-E84D-B2C0-BEC6F5C7D6F1}" sibTransId="{8F525DAF-8929-C843-92EA-BA878DA0B274}"/>
    <dgm:cxn modelId="{B6F07CC2-2FB7-684F-BDA4-FD6236455BA1}" type="presOf" srcId="{20D141A2-0382-094A-9C71-B877F8BEBA93}" destId="{A24FF580-CDCB-BB4A-A5D2-71900DBD7F54}" srcOrd="0" destOrd="0" presId="urn:microsoft.com/office/officeart/2005/8/layout/bProcess2"/>
    <dgm:cxn modelId="{39A50DCA-BA3A-A34D-81D0-7465D9BF45C0}" srcId="{9D5B064F-600C-3C4F-B94A-83BEDD396D9D}" destId="{CC4C4056-37B5-654A-BA8A-4F549E641124}" srcOrd="0" destOrd="0" parTransId="{B9557540-8DB6-5C49-91CB-835CA0666968}" sibTransId="{8099B6FA-299B-0D42-BC80-3CB31028A64F}"/>
    <dgm:cxn modelId="{6F963ED8-6416-AD40-86BC-1B63539F6527}" type="presOf" srcId="{37942C8F-BC00-FE43-BBD6-3092869C1645}" destId="{B9CB7C29-2DA4-564A-AB3D-CCAB643D05D5}" srcOrd="0" destOrd="0" presId="urn:microsoft.com/office/officeart/2005/8/layout/bProcess2"/>
    <dgm:cxn modelId="{A83858DD-3444-F341-BEBC-7BCAC6247C8C}" type="presOf" srcId="{26A056E6-6C47-5449-9AE8-2F02FBB6C474}" destId="{CD2EE736-E7EF-104C-B187-CD0627AF9343}" srcOrd="0" destOrd="0" presId="urn:microsoft.com/office/officeart/2005/8/layout/bProcess2"/>
    <dgm:cxn modelId="{2ECA9AE6-F5B8-AA41-98FA-C9019CC6359B}" type="presOf" srcId="{406AF7FD-8A2B-684E-8681-0C9C888839AB}" destId="{0FBA8E37-8697-464C-985D-A5A5ACD2A47A}" srcOrd="0" destOrd="0" presId="urn:microsoft.com/office/officeart/2005/8/layout/bProcess2"/>
    <dgm:cxn modelId="{81E3B89F-8995-B540-A117-27AD12BBACA2}" type="presParOf" srcId="{0A794902-7298-8E47-8170-AFF435CC8226}" destId="{E0823A5C-2D20-4640-91AB-BCE184D1DC86}" srcOrd="0" destOrd="0" presId="urn:microsoft.com/office/officeart/2005/8/layout/bProcess2"/>
    <dgm:cxn modelId="{7227BC2A-F6B1-604C-A17F-EA59B87ACF61}" type="presParOf" srcId="{0A794902-7298-8E47-8170-AFF435CC8226}" destId="{23ACCAE3-12B0-2346-9F9B-6CCDFD52F3DE}" srcOrd="1" destOrd="0" presId="urn:microsoft.com/office/officeart/2005/8/layout/bProcess2"/>
    <dgm:cxn modelId="{39566DBF-7A41-8A44-825A-1AF4C94DDAF0}" type="presParOf" srcId="{0A794902-7298-8E47-8170-AFF435CC8226}" destId="{DA728D9E-9AF4-AF4E-B2C3-439D56279ECD}" srcOrd="2" destOrd="0" presId="urn:microsoft.com/office/officeart/2005/8/layout/bProcess2"/>
    <dgm:cxn modelId="{31907085-D99B-584C-A817-DE3252D82B62}" type="presParOf" srcId="{DA728D9E-9AF4-AF4E-B2C3-439D56279ECD}" destId="{A38A8FCC-A6A0-744C-923E-4F8E9E105C97}" srcOrd="0" destOrd="0" presId="urn:microsoft.com/office/officeart/2005/8/layout/bProcess2"/>
    <dgm:cxn modelId="{C7C6820B-6394-FB41-BF37-8B6C6EF9C937}" type="presParOf" srcId="{DA728D9E-9AF4-AF4E-B2C3-439D56279ECD}" destId="{0C4EDB11-CA42-8345-B4A4-8116DC3DC1A7}" srcOrd="1" destOrd="0" presId="urn:microsoft.com/office/officeart/2005/8/layout/bProcess2"/>
    <dgm:cxn modelId="{7FC0E8C7-05F2-6448-A6AF-BE43D4D7916F}" type="presParOf" srcId="{0A794902-7298-8E47-8170-AFF435CC8226}" destId="{B9CB7C29-2DA4-564A-AB3D-CCAB643D05D5}" srcOrd="3" destOrd="0" presId="urn:microsoft.com/office/officeart/2005/8/layout/bProcess2"/>
    <dgm:cxn modelId="{BE068A63-625B-DA48-92C6-DFE5D1991044}" type="presParOf" srcId="{0A794902-7298-8E47-8170-AFF435CC8226}" destId="{54074171-9065-4146-92A4-CA10C8DAFEE4}" srcOrd="4" destOrd="0" presId="urn:microsoft.com/office/officeart/2005/8/layout/bProcess2"/>
    <dgm:cxn modelId="{CFAF6565-82D2-2B48-85DA-63E288288F06}" type="presParOf" srcId="{54074171-9065-4146-92A4-CA10C8DAFEE4}" destId="{042C76ED-40D8-1D49-9959-3F7C7A55B1AC}" srcOrd="0" destOrd="0" presId="urn:microsoft.com/office/officeart/2005/8/layout/bProcess2"/>
    <dgm:cxn modelId="{6892E50E-F22B-E644-A024-89534FBFF8E5}" type="presParOf" srcId="{54074171-9065-4146-92A4-CA10C8DAFEE4}" destId="{0CFFAB4C-B754-1941-BB44-65FEA09E1AE9}" srcOrd="1" destOrd="0" presId="urn:microsoft.com/office/officeart/2005/8/layout/bProcess2"/>
    <dgm:cxn modelId="{16542211-99EB-DC4F-B64A-D31130D863FD}" type="presParOf" srcId="{0A794902-7298-8E47-8170-AFF435CC8226}" destId="{776A3F02-D721-B042-B62A-CAB953DAAEF3}" srcOrd="5" destOrd="0" presId="urn:microsoft.com/office/officeart/2005/8/layout/bProcess2"/>
    <dgm:cxn modelId="{8CDE9992-B84A-4243-B65C-32BA924614A4}" type="presParOf" srcId="{0A794902-7298-8E47-8170-AFF435CC8226}" destId="{D65CA1E1-13C9-9C4C-BD7F-4D8EF02F53FC}" srcOrd="6" destOrd="0" presId="urn:microsoft.com/office/officeart/2005/8/layout/bProcess2"/>
    <dgm:cxn modelId="{5598D587-9CD6-5D45-95D6-7CA52D227776}" type="presParOf" srcId="{D65CA1E1-13C9-9C4C-BD7F-4D8EF02F53FC}" destId="{3CDB83D8-5295-404F-A3A3-B170B5466638}" srcOrd="0" destOrd="0" presId="urn:microsoft.com/office/officeart/2005/8/layout/bProcess2"/>
    <dgm:cxn modelId="{ED7D8996-E94F-EA43-B08C-C1EC7E6BDB37}" type="presParOf" srcId="{D65CA1E1-13C9-9C4C-BD7F-4D8EF02F53FC}" destId="{A24FF580-CDCB-BB4A-A5D2-71900DBD7F54}" srcOrd="1" destOrd="0" presId="urn:microsoft.com/office/officeart/2005/8/layout/bProcess2"/>
    <dgm:cxn modelId="{F4AE64B0-F086-284C-A317-ED30A74761FA}" type="presParOf" srcId="{0A794902-7298-8E47-8170-AFF435CC8226}" destId="{E1827D18-96FF-654A-901F-F337DB63B676}" srcOrd="7" destOrd="0" presId="urn:microsoft.com/office/officeart/2005/8/layout/bProcess2"/>
    <dgm:cxn modelId="{33D4D6F0-E2A0-9549-991C-814C85AF7FE0}" type="presParOf" srcId="{0A794902-7298-8E47-8170-AFF435CC8226}" destId="{EF63262E-96B4-794D-A386-1151D68E232A}" srcOrd="8" destOrd="0" presId="urn:microsoft.com/office/officeart/2005/8/layout/bProcess2"/>
    <dgm:cxn modelId="{50151830-DA7A-C248-BAE3-A944F58059CE}" type="presParOf" srcId="{EF63262E-96B4-794D-A386-1151D68E232A}" destId="{8302631D-FEB8-C34F-BA5D-BC4DFFC4DB54}" srcOrd="0" destOrd="0" presId="urn:microsoft.com/office/officeart/2005/8/layout/bProcess2"/>
    <dgm:cxn modelId="{29EBBFBF-627B-F647-B58C-C596F03E60BC}" type="presParOf" srcId="{EF63262E-96B4-794D-A386-1151D68E232A}" destId="{964EB692-632D-5E46-8850-FA34419C7EAB}" srcOrd="1" destOrd="0" presId="urn:microsoft.com/office/officeart/2005/8/layout/bProcess2"/>
    <dgm:cxn modelId="{66EE96FD-CF10-264E-8579-7737D7E4AB9C}" type="presParOf" srcId="{0A794902-7298-8E47-8170-AFF435CC8226}" destId="{0FBA8E37-8697-464C-985D-A5A5ACD2A47A}" srcOrd="9" destOrd="0" presId="urn:microsoft.com/office/officeart/2005/8/layout/bProcess2"/>
    <dgm:cxn modelId="{6F1EEA98-6628-0141-9E21-3F14961C73C1}" type="presParOf" srcId="{0A794902-7298-8E47-8170-AFF435CC8226}" destId="{B609A4E8-DCCD-564E-A8E7-5D08C717BD21}" srcOrd="10" destOrd="0" presId="urn:microsoft.com/office/officeart/2005/8/layout/bProcess2"/>
    <dgm:cxn modelId="{F0F56720-F27C-1040-8C71-69071061704A}" type="presParOf" srcId="{B609A4E8-DCCD-564E-A8E7-5D08C717BD21}" destId="{67AC7AF4-C244-AE4B-96E2-066D03A2CD7D}" srcOrd="0" destOrd="0" presId="urn:microsoft.com/office/officeart/2005/8/layout/bProcess2"/>
    <dgm:cxn modelId="{73CE7FB0-E046-4F43-978C-869C3EB66D9B}" type="presParOf" srcId="{B609A4E8-DCCD-564E-A8E7-5D08C717BD21}" destId="{B5A7D9C0-E352-1B4E-AE42-96910C25178F}" srcOrd="1" destOrd="0" presId="urn:microsoft.com/office/officeart/2005/8/layout/bProcess2"/>
    <dgm:cxn modelId="{F2CD2C2D-306C-9649-8255-C514D168AF07}" type="presParOf" srcId="{0A794902-7298-8E47-8170-AFF435CC8226}" destId="{A50D136D-1C83-9F47-8BD3-66E37A0EFCEE}" srcOrd="11" destOrd="0" presId="urn:microsoft.com/office/officeart/2005/8/layout/bProcess2"/>
    <dgm:cxn modelId="{5CAFEA70-0EE9-DA45-8D77-6278B4FA10A2}" type="presParOf" srcId="{0A794902-7298-8E47-8170-AFF435CC8226}" destId="{12096BFE-A34A-CF45-82ED-F73090E966C0}" srcOrd="12" destOrd="0" presId="urn:microsoft.com/office/officeart/2005/8/layout/bProcess2"/>
    <dgm:cxn modelId="{E29A5579-9B8A-A14D-8848-F99602515E29}" type="presParOf" srcId="{12096BFE-A34A-CF45-82ED-F73090E966C0}" destId="{4B9C31C5-BDB6-7E4C-B679-3C4633401846}" srcOrd="0" destOrd="0" presId="urn:microsoft.com/office/officeart/2005/8/layout/bProcess2"/>
    <dgm:cxn modelId="{75C4D836-FBB0-EE48-8E56-1A411EB24652}" type="presParOf" srcId="{12096BFE-A34A-CF45-82ED-F73090E966C0}" destId="{CD2EE736-E7EF-104C-B187-CD0627AF9343}" srcOrd="1" destOrd="0" presId="urn:microsoft.com/office/officeart/2005/8/layout/bProcess2"/>
    <dgm:cxn modelId="{A5BB49AB-CAF7-6C47-B4E2-CB94CD9EEBC4}" type="presParOf" srcId="{0A794902-7298-8E47-8170-AFF435CC8226}" destId="{8276337B-3CE9-0546-80BD-505CCE4800AD}" srcOrd="13" destOrd="0" presId="urn:microsoft.com/office/officeart/2005/8/layout/bProcess2"/>
    <dgm:cxn modelId="{7D658ABD-B174-0C4A-8DAA-FB5830D95E18}" type="presParOf" srcId="{0A794902-7298-8E47-8170-AFF435CC8226}" destId="{DE8B26B0-C9D5-9F40-8412-A36E6C2DD07A}" srcOrd="14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5B064F-600C-3C4F-B94A-83BEDD396D9D}" type="doc">
      <dgm:prSet loTypeId="urn:microsoft.com/office/officeart/2005/8/layout/bProcess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C4C4056-37B5-654A-BA8A-4F549E641124}">
      <dgm:prSet phldrT="[Text]"/>
      <dgm:spPr/>
      <dgm:t>
        <a:bodyPr/>
        <a:lstStyle/>
        <a:p>
          <a:r>
            <a:rPr lang="en-GB" dirty="0"/>
            <a:t>PubMed Query (428 results)</a:t>
          </a:r>
        </a:p>
      </dgm:t>
    </dgm:pt>
    <dgm:pt modelId="{B9557540-8DB6-5C49-91CB-835CA0666968}" type="parTrans" cxnId="{39A50DCA-BA3A-A34D-81D0-7465D9BF45C0}">
      <dgm:prSet/>
      <dgm:spPr/>
      <dgm:t>
        <a:bodyPr/>
        <a:lstStyle/>
        <a:p>
          <a:endParaRPr lang="en-GB"/>
        </a:p>
      </dgm:t>
    </dgm:pt>
    <dgm:pt modelId="{8099B6FA-299B-0D42-BC80-3CB31028A64F}" type="sibTrans" cxnId="{39A50DCA-BA3A-A34D-81D0-7465D9BF45C0}">
      <dgm:prSet/>
      <dgm:spPr/>
      <dgm:t>
        <a:bodyPr/>
        <a:lstStyle/>
        <a:p>
          <a:endParaRPr lang="en-GB"/>
        </a:p>
      </dgm:t>
    </dgm:pt>
    <dgm:pt modelId="{97608FDB-AE26-454A-A705-54BD880791AE}">
      <dgm:prSet phldrT="[Text]"/>
      <dgm:spPr/>
      <dgm:t>
        <a:bodyPr/>
        <a:lstStyle/>
        <a:p>
          <a:r>
            <a:rPr lang="en-GB" dirty="0"/>
            <a:t>Export to *.</a:t>
          </a:r>
          <a:r>
            <a:rPr lang="en-GB" dirty="0" err="1"/>
            <a:t>nbib</a:t>
          </a:r>
          <a:endParaRPr lang="en-GB" dirty="0"/>
        </a:p>
      </dgm:t>
    </dgm:pt>
    <dgm:pt modelId="{F8C5B041-572E-C34D-9A1D-2A2672CF527E}" type="parTrans" cxnId="{4B3CA247-EC73-2C49-AA38-B541F83A0DC0}">
      <dgm:prSet/>
      <dgm:spPr/>
      <dgm:t>
        <a:bodyPr/>
        <a:lstStyle/>
        <a:p>
          <a:endParaRPr lang="en-GB"/>
        </a:p>
      </dgm:t>
    </dgm:pt>
    <dgm:pt modelId="{37942C8F-BC00-FE43-BBD6-3092869C1645}" type="sibTrans" cxnId="{4B3CA247-EC73-2C49-AA38-B541F83A0DC0}">
      <dgm:prSet/>
      <dgm:spPr/>
      <dgm:t>
        <a:bodyPr/>
        <a:lstStyle/>
        <a:p>
          <a:endParaRPr lang="en-GB"/>
        </a:p>
      </dgm:t>
    </dgm:pt>
    <dgm:pt modelId="{E4678FF1-FE3E-404B-A36A-321F84C70BCB}">
      <dgm:prSet phldrT="[Text]"/>
      <dgm:spPr/>
      <dgm:t>
        <a:bodyPr/>
        <a:lstStyle/>
        <a:p>
          <a:r>
            <a:rPr lang="en-GB" dirty="0"/>
            <a:t>Conversion to *.RIS</a:t>
          </a:r>
        </a:p>
      </dgm:t>
    </dgm:pt>
    <dgm:pt modelId="{E6A537E8-4307-AD48-88D2-EC898D6E987D}" type="parTrans" cxnId="{6F83D08B-985F-8947-9696-C0B0B0E495FE}">
      <dgm:prSet/>
      <dgm:spPr/>
      <dgm:t>
        <a:bodyPr/>
        <a:lstStyle/>
        <a:p>
          <a:endParaRPr lang="en-GB"/>
        </a:p>
      </dgm:t>
    </dgm:pt>
    <dgm:pt modelId="{9077186F-8474-2741-9EE6-D24B5D944093}" type="sibTrans" cxnId="{6F83D08B-985F-8947-9696-C0B0B0E495FE}">
      <dgm:prSet/>
      <dgm:spPr/>
      <dgm:t>
        <a:bodyPr/>
        <a:lstStyle/>
        <a:p>
          <a:endParaRPr lang="en-GB"/>
        </a:p>
      </dgm:t>
    </dgm:pt>
    <dgm:pt modelId="{20D141A2-0382-094A-9C71-B877F8BEBA93}">
      <dgm:prSet phldrT="[Text]"/>
      <dgm:spPr/>
      <dgm:t>
        <a:bodyPr/>
        <a:lstStyle/>
        <a:p>
          <a:r>
            <a:rPr lang="en-GB" dirty="0"/>
            <a:t>Data cleaning and trimming with python</a:t>
          </a:r>
        </a:p>
      </dgm:t>
    </dgm:pt>
    <dgm:pt modelId="{E6E0BD8C-CEE4-BB48-A0F1-54CE9F84EF10}" type="parTrans" cxnId="{6DBB8D82-E61A-A043-82A2-3C3079BC2D1E}">
      <dgm:prSet/>
      <dgm:spPr/>
      <dgm:t>
        <a:bodyPr/>
        <a:lstStyle/>
        <a:p>
          <a:endParaRPr lang="en-GB"/>
        </a:p>
      </dgm:t>
    </dgm:pt>
    <dgm:pt modelId="{6D7F4728-626C-6F4C-9DEA-2EFCDD37CFFB}" type="sibTrans" cxnId="{6DBB8D82-E61A-A043-82A2-3C3079BC2D1E}">
      <dgm:prSet/>
      <dgm:spPr/>
      <dgm:t>
        <a:bodyPr/>
        <a:lstStyle/>
        <a:p>
          <a:endParaRPr lang="en-GB"/>
        </a:p>
      </dgm:t>
    </dgm:pt>
    <dgm:pt modelId="{7D13E856-EC3A-C242-A600-C610C5F8AB26}">
      <dgm:prSet phldrT="[Text]"/>
      <dgm:spPr/>
      <dgm:t>
        <a:bodyPr/>
        <a:lstStyle/>
        <a:p>
          <a:r>
            <a:rPr lang="en-GB" dirty="0"/>
            <a:t>Title and Abstract analysis</a:t>
          </a:r>
        </a:p>
      </dgm:t>
    </dgm:pt>
    <dgm:pt modelId="{843F53F0-DFF0-0F45-8568-EC7152A1EB30}" type="parTrans" cxnId="{0F60988A-E4AE-EF40-B8AE-9166AA1FF8A5}">
      <dgm:prSet/>
      <dgm:spPr/>
      <dgm:t>
        <a:bodyPr/>
        <a:lstStyle/>
        <a:p>
          <a:endParaRPr lang="en-GB"/>
        </a:p>
      </dgm:t>
    </dgm:pt>
    <dgm:pt modelId="{406AF7FD-8A2B-684E-8681-0C9C888839AB}" type="sibTrans" cxnId="{0F60988A-E4AE-EF40-B8AE-9166AA1FF8A5}">
      <dgm:prSet/>
      <dgm:spPr/>
      <dgm:t>
        <a:bodyPr/>
        <a:lstStyle/>
        <a:p>
          <a:endParaRPr lang="en-GB"/>
        </a:p>
      </dgm:t>
    </dgm:pt>
    <dgm:pt modelId="{26A056E6-6C47-5449-9AE8-2F02FBB6C474}">
      <dgm:prSet phldrT="[Text]"/>
      <dgm:spPr/>
      <dgm:t>
        <a:bodyPr/>
        <a:lstStyle/>
        <a:p>
          <a:r>
            <a:rPr lang="en-GB" dirty="0"/>
            <a:t>Clustering technique (K means)</a:t>
          </a:r>
        </a:p>
      </dgm:t>
    </dgm:pt>
    <dgm:pt modelId="{7940BA61-E483-E84D-B2C0-BEC6F5C7D6F1}" type="parTrans" cxnId="{B61D9FC1-B0BA-AF4C-9A46-75FB0A93407C}">
      <dgm:prSet/>
      <dgm:spPr/>
      <dgm:t>
        <a:bodyPr/>
        <a:lstStyle/>
        <a:p>
          <a:endParaRPr lang="en-GB"/>
        </a:p>
      </dgm:t>
    </dgm:pt>
    <dgm:pt modelId="{8F525DAF-8929-C843-92EA-BA878DA0B274}" type="sibTrans" cxnId="{B61D9FC1-B0BA-AF4C-9A46-75FB0A93407C}">
      <dgm:prSet/>
      <dgm:spPr/>
      <dgm:t>
        <a:bodyPr/>
        <a:lstStyle/>
        <a:p>
          <a:endParaRPr lang="en-GB"/>
        </a:p>
      </dgm:t>
    </dgm:pt>
    <dgm:pt modelId="{8C00F24F-BE09-244B-9162-2FE659BDC3AF}">
      <dgm:prSet phldrT="[Text]"/>
      <dgm:spPr/>
      <dgm:t>
        <a:bodyPr/>
        <a:lstStyle/>
        <a:p>
          <a:r>
            <a:rPr lang="en-GB" dirty="0"/>
            <a:t>Export of the most important clusters</a:t>
          </a:r>
        </a:p>
      </dgm:t>
    </dgm:pt>
    <dgm:pt modelId="{5C5ECB17-562B-024C-97F9-BED1ACF850C9}" type="parTrans" cxnId="{E9EC0564-6DA7-424A-8A8B-028F44EB8413}">
      <dgm:prSet/>
      <dgm:spPr/>
      <dgm:t>
        <a:bodyPr/>
        <a:lstStyle/>
        <a:p>
          <a:endParaRPr lang="en-GB"/>
        </a:p>
      </dgm:t>
    </dgm:pt>
    <dgm:pt modelId="{C90AA44C-5C0E-6F4A-9CF2-61B2C8A47D9C}" type="sibTrans" cxnId="{E9EC0564-6DA7-424A-8A8B-028F44EB8413}">
      <dgm:prSet/>
      <dgm:spPr/>
      <dgm:t>
        <a:bodyPr/>
        <a:lstStyle/>
        <a:p>
          <a:endParaRPr lang="en-GB"/>
        </a:p>
      </dgm:t>
    </dgm:pt>
    <dgm:pt modelId="{DA6B66F3-0BD0-4A47-B9BF-C4179797555B}">
      <dgm:prSet phldrT="[Text]"/>
      <dgm:spPr/>
      <dgm:t>
        <a:bodyPr/>
        <a:lstStyle/>
        <a:p>
          <a:r>
            <a:rPr lang="en-GB" dirty="0" err="1"/>
            <a:t>Wordcloud</a:t>
          </a:r>
          <a:r>
            <a:rPr lang="en-GB" dirty="0"/>
            <a:t> design for most common words</a:t>
          </a:r>
        </a:p>
      </dgm:t>
    </dgm:pt>
    <dgm:pt modelId="{25D4203B-4B44-A04D-9A12-BAE070480E10}" type="parTrans" cxnId="{0397F634-08FA-F643-B1A5-24C9E4ADA3CD}">
      <dgm:prSet/>
      <dgm:spPr/>
      <dgm:t>
        <a:bodyPr/>
        <a:lstStyle/>
        <a:p>
          <a:endParaRPr lang="en-GB"/>
        </a:p>
      </dgm:t>
    </dgm:pt>
    <dgm:pt modelId="{1C9AE3A7-8111-AD47-B349-25F48F057838}" type="sibTrans" cxnId="{0397F634-08FA-F643-B1A5-24C9E4ADA3CD}">
      <dgm:prSet/>
      <dgm:spPr/>
      <dgm:t>
        <a:bodyPr/>
        <a:lstStyle/>
        <a:p>
          <a:endParaRPr lang="en-GB"/>
        </a:p>
      </dgm:t>
    </dgm:pt>
    <dgm:pt modelId="{0A794902-7298-8E47-8170-AFF435CC8226}" type="pres">
      <dgm:prSet presAssocID="{9D5B064F-600C-3C4F-B94A-83BEDD396D9D}" presName="diagram" presStyleCnt="0">
        <dgm:presLayoutVars>
          <dgm:dir/>
          <dgm:resizeHandles/>
        </dgm:presLayoutVars>
      </dgm:prSet>
      <dgm:spPr/>
    </dgm:pt>
    <dgm:pt modelId="{E0823A5C-2D20-4640-91AB-BCE184D1DC86}" type="pres">
      <dgm:prSet presAssocID="{CC4C4056-37B5-654A-BA8A-4F549E641124}" presName="firstNode" presStyleLbl="node1" presStyleIdx="0" presStyleCnt="8">
        <dgm:presLayoutVars>
          <dgm:bulletEnabled val="1"/>
        </dgm:presLayoutVars>
      </dgm:prSet>
      <dgm:spPr/>
    </dgm:pt>
    <dgm:pt modelId="{23ACCAE3-12B0-2346-9F9B-6CCDFD52F3DE}" type="pres">
      <dgm:prSet presAssocID="{8099B6FA-299B-0D42-BC80-3CB31028A64F}" presName="sibTrans" presStyleLbl="sibTrans2D1" presStyleIdx="0" presStyleCnt="7"/>
      <dgm:spPr/>
    </dgm:pt>
    <dgm:pt modelId="{DA728D9E-9AF4-AF4E-B2C3-439D56279ECD}" type="pres">
      <dgm:prSet presAssocID="{97608FDB-AE26-454A-A705-54BD880791AE}" presName="middleNode" presStyleCnt="0"/>
      <dgm:spPr/>
    </dgm:pt>
    <dgm:pt modelId="{A38A8FCC-A6A0-744C-923E-4F8E9E105C97}" type="pres">
      <dgm:prSet presAssocID="{97608FDB-AE26-454A-A705-54BD880791AE}" presName="padding" presStyleLbl="node1" presStyleIdx="0" presStyleCnt="8"/>
      <dgm:spPr/>
    </dgm:pt>
    <dgm:pt modelId="{0C4EDB11-CA42-8345-B4A4-8116DC3DC1A7}" type="pres">
      <dgm:prSet presAssocID="{97608FDB-AE26-454A-A705-54BD880791AE}" presName="shape" presStyleLbl="node1" presStyleIdx="1" presStyleCnt="8">
        <dgm:presLayoutVars>
          <dgm:bulletEnabled val="1"/>
        </dgm:presLayoutVars>
      </dgm:prSet>
      <dgm:spPr/>
    </dgm:pt>
    <dgm:pt modelId="{B9CB7C29-2DA4-564A-AB3D-CCAB643D05D5}" type="pres">
      <dgm:prSet presAssocID="{37942C8F-BC00-FE43-BBD6-3092869C1645}" presName="sibTrans" presStyleLbl="sibTrans2D1" presStyleIdx="1" presStyleCnt="7"/>
      <dgm:spPr/>
    </dgm:pt>
    <dgm:pt modelId="{54074171-9065-4146-92A4-CA10C8DAFEE4}" type="pres">
      <dgm:prSet presAssocID="{E4678FF1-FE3E-404B-A36A-321F84C70BCB}" presName="middleNode" presStyleCnt="0"/>
      <dgm:spPr/>
    </dgm:pt>
    <dgm:pt modelId="{042C76ED-40D8-1D49-9959-3F7C7A55B1AC}" type="pres">
      <dgm:prSet presAssocID="{E4678FF1-FE3E-404B-A36A-321F84C70BCB}" presName="padding" presStyleLbl="node1" presStyleIdx="1" presStyleCnt="8"/>
      <dgm:spPr/>
    </dgm:pt>
    <dgm:pt modelId="{0CFFAB4C-B754-1941-BB44-65FEA09E1AE9}" type="pres">
      <dgm:prSet presAssocID="{E4678FF1-FE3E-404B-A36A-321F84C70BCB}" presName="shape" presStyleLbl="node1" presStyleIdx="2" presStyleCnt="8">
        <dgm:presLayoutVars>
          <dgm:bulletEnabled val="1"/>
        </dgm:presLayoutVars>
      </dgm:prSet>
      <dgm:spPr/>
    </dgm:pt>
    <dgm:pt modelId="{776A3F02-D721-B042-B62A-CAB953DAAEF3}" type="pres">
      <dgm:prSet presAssocID="{9077186F-8474-2741-9EE6-D24B5D944093}" presName="sibTrans" presStyleLbl="sibTrans2D1" presStyleIdx="2" presStyleCnt="7"/>
      <dgm:spPr/>
    </dgm:pt>
    <dgm:pt modelId="{D65CA1E1-13C9-9C4C-BD7F-4D8EF02F53FC}" type="pres">
      <dgm:prSet presAssocID="{20D141A2-0382-094A-9C71-B877F8BEBA93}" presName="middleNode" presStyleCnt="0"/>
      <dgm:spPr/>
    </dgm:pt>
    <dgm:pt modelId="{3CDB83D8-5295-404F-A3A3-B170B5466638}" type="pres">
      <dgm:prSet presAssocID="{20D141A2-0382-094A-9C71-B877F8BEBA93}" presName="padding" presStyleLbl="node1" presStyleIdx="2" presStyleCnt="8"/>
      <dgm:spPr/>
    </dgm:pt>
    <dgm:pt modelId="{A24FF580-CDCB-BB4A-A5D2-71900DBD7F54}" type="pres">
      <dgm:prSet presAssocID="{20D141A2-0382-094A-9C71-B877F8BEBA93}" presName="shape" presStyleLbl="node1" presStyleIdx="3" presStyleCnt="8">
        <dgm:presLayoutVars>
          <dgm:bulletEnabled val="1"/>
        </dgm:presLayoutVars>
      </dgm:prSet>
      <dgm:spPr/>
    </dgm:pt>
    <dgm:pt modelId="{E1827D18-96FF-654A-901F-F337DB63B676}" type="pres">
      <dgm:prSet presAssocID="{6D7F4728-626C-6F4C-9DEA-2EFCDD37CFFB}" presName="sibTrans" presStyleLbl="sibTrans2D1" presStyleIdx="3" presStyleCnt="7"/>
      <dgm:spPr/>
    </dgm:pt>
    <dgm:pt modelId="{EF63262E-96B4-794D-A386-1151D68E232A}" type="pres">
      <dgm:prSet presAssocID="{7D13E856-EC3A-C242-A600-C610C5F8AB26}" presName="middleNode" presStyleCnt="0"/>
      <dgm:spPr/>
    </dgm:pt>
    <dgm:pt modelId="{8302631D-FEB8-C34F-BA5D-BC4DFFC4DB54}" type="pres">
      <dgm:prSet presAssocID="{7D13E856-EC3A-C242-A600-C610C5F8AB26}" presName="padding" presStyleLbl="node1" presStyleIdx="3" presStyleCnt="8"/>
      <dgm:spPr/>
    </dgm:pt>
    <dgm:pt modelId="{964EB692-632D-5E46-8850-FA34419C7EAB}" type="pres">
      <dgm:prSet presAssocID="{7D13E856-EC3A-C242-A600-C610C5F8AB26}" presName="shape" presStyleLbl="node1" presStyleIdx="4" presStyleCnt="8">
        <dgm:presLayoutVars>
          <dgm:bulletEnabled val="1"/>
        </dgm:presLayoutVars>
      </dgm:prSet>
      <dgm:spPr/>
    </dgm:pt>
    <dgm:pt modelId="{0FBA8E37-8697-464C-985D-A5A5ACD2A47A}" type="pres">
      <dgm:prSet presAssocID="{406AF7FD-8A2B-684E-8681-0C9C888839AB}" presName="sibTrans" presStyleLbl="sibTrans2D1" presStyleIdx="4" presStyleCnt="7"/>
      <dgm:spPr/>
    </dgm:pt>
    <dgm:pt modelId="{B609A4E8-DCCD-564E-A8E7-5D08C717BD21}" type="pres">
      <dgm:prSet presAssocID="{DA6B66F3-0BD0-4A47-B9BF-C4179797555B}" presName="middleNode" presStyleCnt="0"/>
      <dgm:spPr/>
    </dgm:pt>
    <dgm:pt modelId="{67AC7AF4-C244-AE4B-96E2-066D03A2CD7D}" type="pres">
      <dgm:prSet presAssocID="{DA6B66F3-0BD0-4A47-B9BF-C4179797555B}" presName="padding" presStyleLbl="node1" presStyleIdx="4" presStyleCnt="8"/>
      <dgm:spPr/>
    </dgm:pt>
    <dgm:pt modelId="{B5A7D9C0-E352-1B4E-AE42-96910C25178F}" type="pres">
      <dgm:prSet presAssocID="{DA6B66F3-0BD0-4A47-B9BF-C4179797555B}" presName="shape" presStyleLbl="node1" presStyleIdx="5" presStyleCnt="8">
        <dgm:presLayoutVars>
          <dgm:bulletEnabled val="1"/>
        </dgm:presLayoutVars>
      </dgm:prSet>
      <dgm:spPr/>
    </dgm:pt>
    <dgm:pt modelId="{A50D136D-1C83-9F47-8BD3-66E37A0EFCEE}" type="pres">
      <dgm:prSet presAssocID="{1C9AE3A7-8111-AD47-B349-25F48F057838}" presName="sibTrans" presStyleLbl="sibTrans2D1" presStyleIdx="5" presStyleCnt="7"/>
      <dgm:spPr/>
    </dgm:pt>
    <dgm:pt modelId="{12096BFE-A34A-CF45-82ED-F73090E966C0}" type="pres">
      <dgm:prSet presAssocID="{26A056E6-6C47-5449-9AE8-2F02FBB6C474}" presName="middleNode" presStyleCnt="0"/>
      <dgm:spPr/>
    </dgm:pt>
    <dgm:pt modelId="{4B9C31C5-BDB6-7E4C-B679-3C4633401846}" type="pres">
      <dgm:prSet presAssocID="{26A056E6-6C47-5449-9AE8-2F02FBB6C474}" presName="padding" presStyleLbl="node1" presStyleIdx="5" presStyleCnt="8"/>
      <dgm:spPr/>
    </dgm:pt>
    <dgm:pt modelId="{CD2EE736-E7EF-104C-B187-CD0627AF9343}" type="pres">
      <dgm:prSet presAssocID="{26A056E6-6C47-5449-9AE8-2F02FBB6C474}" presName="shape" presStyleLbl="node1" presStyleIdx="6" presStyleCnt="8">
        <dgm:presLayoutVars>
          <dgm:bulletEnabled val="1"/>
        </dgm:presLayoutVars>
      </dgm:prSet>
      <dgm:spPr/>
    </dgm:pt>
    <dgm:pt modelId="{8276337B-3CE9-0546-80BD-505CCE4800AD}" type="pres">
      <dgm:prSet presAssocID="{8F525DAF-8929-C843-92EA-BA878DA0B274}" presName="sibTrans" presStyleLbl="sibTrans2D1" presStyleIdx="6" presStyleCnt="7"/>
      <dgm:spPr/>
    </dgm:pt>
    <dgm:pt modelId="{DE8B26B0-C9D5-9F40-8412-A36E6C2DD07A}" type="pres">
      <dgm:prSet presAssocID="{8C00F24F-BE09-244B-9162-2FE659BDC3AF}" presName="lastNode" presStyleLbl="node1" presStyleIdx="7" presStyleCnt="8">
        <dgm:presLayoutVars>
          <dgm:bulletEnabled val="1"/>
        </dgm:presLayoutVars>
      </dgm:prSet>
      <dgm:spPr/>
    </dgm:pt>
  </dgm:ptLst>
  <dgm:cxnLst>
    <dgm:cxn modelId="{08DA4901-030B-694E-AA31-2FDD1B621C99}" type="presOf" srcId="{8C00F24F-BE09-244B-9162-2FE659BDC3AF}" destId="{DE8B26B0-C9D5-9F40-8412-A36E6C2DD07A}" srcOrd="0" destOrd="0" presId="urn:microsoft.com/office/officeart/2005/8/layout/bProcess2"/>
    <dgm:cxn modelId="{C441BF0E-A7D0-F941-97C0-76B6AA0DDE9C}" type="presOf" srcId="{8099B6FA-299B-0D42-BC80-3CB31028A64F}" destId="{23ACCAE3-12B0-2346-9F9B-6CCDFD52F3DE}" srcOrd="0" destOrd="0" presId="urn:microsoft.com/office/officeart/2005/8/layout/bProcess2"/>
    <dgm:cxn modelId="{FD34AA17-B8FC-AE4B-9761-2A2194401E9B}" type="presOf" srcId="{6D7F4728-626C-6F4C-9DEA-2EFCDD37CFFB}" destId="{E1827D18-96FF-654A-901F-F337DB63B676}" srcOrd="0" destOrd="0" presId="urn:microsoft.com/office/officeart/2005/8/layout/bProcess2"/>
    <dgm:cxn modelId="{901A351F-05FE-9A44-AF7A-1B0285571797}" type="presOf" srcId="{E4678FF1-FE3E-404B-A36A-321F84C70BCB}" destId="{0CFFAB4C-B754-1941-BB44-65FEA09E1AE9}" srcOrd="0" destOrd="0" presId="urn:microsoft.com/office/officeart/2005/8/layout/bProcess2"/>
    <dgm:cxn modelId="{F4C6D923-7440-7E4C-AC00-174AF30F6AD2}" type="presOf" srcId="{DA6B66F3-0BD0-4A47-B9BF-C4179797555B}" destId="{B5A7D9C0-E352-1B4E-AE42-96910C25178F}" srcOrd="0" destOrd="0" presId="urn:microsoft.com/office/officeart/2005/8/layout/bProcess2"/>
    <dgm:cxn modelId="{0397F634-08FA-F643-B1A5-24C9E4ADA3CD}" srcId="{9D5B064F-600C-3C4F-B94A-83BEDD396D9D}" destId="{DA6B66F3-0BD0-4A47-B9BF-C4179797555B}" srcOrd="5" destOrd="0" parTransId="{25D4203B-4B44-A04D-9A12-BAE070480E10}" sibTransId="{1C9AE3A7-8111-AD47-B349-25F48F057838}"/>
    <dgm:cxn modelId="{4B3CA247-EC73-2C49-AA38-B541F83A0DC0}" srcId="{9D5B064F-600C-3C4F-B94A-83BEDD396D9D}" destId="{97608FDB-AE26-454A-A705-54BD880791AE}" srcOrd="1" destOrd="0" parTransId="{F8C5B041-572E-C34D-9A1D-2A2672CF527E}" sibTransId="{37942C8F-BC00-FE43-BBD6-3092869C1645}"/>
    <dgm:cxn modelId="{85BA704C-9225-CE48-8748-611E2F29D692}" type="presOf" srcId="{CC4C4056-37B5-654A-BA8A-4F549E641124}" destId="{E0823A5C-2D20-4640-91AB-BCE184D1DC86}" srcOrd="0" destOrd="0" presId="urn:microsoft.com/office/officeart/2005/8/layout/bProcess2"/>
    <dgm:cxn modelId="{E9EC0564-6DA7-424A-8A8B-028F44EB8413}" srcId="{9D5B064F-600C-3C4F-B94A-83BEDD396D9D}" destId="{8C00F24F-BE09-244B-9162-2FE659BDC3AF}" srcOrd="7" destOrd="0" parTransId="{5C5ECB17-562B-024C-97F9-BED1ACF850C9}" sibTransId="{C90AA44C-5C0E-6F4A-9CF2-61B2C8A47D9C}"/>
    <dgm:cxn modelId="{A81D546B-30CA-204C-8F47-DB0F35D11109}" type="presOf" srcId="{1C9AE3A7-8111-AD47-B349-25F48F057838}" destId="{A50D136D-1C83-9F47-8BD3-66E37A0EFCEE}" srcOrd="0" destOrd="0" presId="urn:microsoft.com/office/officeart/2005/8/layout/bProcess2"/>
    <dgm:cxn modelId="{F1111D74-F4A8-D649-B0AC-8CE0359DC1AC}" type="presOf" srcId="{9077186F-8474-2741-9EE6-D24B5D944093}" destId="{776A3F02-D721-B042-B62A-CAB953DAAEF3}" srcOrd="0" destOrd="0" presId="urn:microsoft.com/office/officeart/2005/8/layout/bProcess2"/>
    <dgm:cxn modelId="{6DBB8D82-E61A-A043-82A2-3C3079BC2D1E}" srcId="{9D5B064F-600C-3C4F-B94A-83BEDD396D9D}" destId="{20D141A2-0382-094A-9C71-B877F8BEBA93}" srcOrd="3" destOrd="0" parTransId="{E6E0BD8C-CEE4-BB48-A0F1-54CE9F84EF10}" sibTransId="{6D7F4728-626C-6F4C-9DEA-2EFCDD37CFFB}"/>
    <dgm:cxn modelId="{0F60988A-E4AE-EF40-B8AE-9166AA1FF8A5}" srcId="{9D5B064F-600C-3C4F-B94A-83BEDD396D9D}" destId="{7D13E856-EC3A-C242-A600-C610C5F8AB26}" srcOrd="4" destOrd="0" parTransId="{843F53F0-DFF0-0F45-8568-EC7152A1EB30}" sibTransId="{406AF7FD-8A2B-684E-8681-0C9C888839AB}"/>
    <dgm:cxn modelId="{6F83D08B-985F-8947-9696-C0B0B0E495FE}" srcId="{9D5B064F-600C-3C4F-B94A-83BEDD396D9D}" destId="{E4678FF1-FE3E-404B-A36A-321F84C70BCB}" srcOrd="2" destOrd="0" parTransId="{E6A537E8-4307-AD48-88D2-EC898D6E987D}" sibTransId="{9077186F-8474-2741-9EE6-D24B5D944093}"/>
    <dgm:cxn modelId="{52497696-CC05-BA4B-9C70-F49439B08D14}" type="presOf" srcId="{9D5B064F-600C-3C4F-B94A-83BEDD396D9D}" destId="{0A794902-7298-8E47-8170-AFF435CC8226}" srcOrd="0" destOrd="0" presId="urn:microsoft.com/office/officeart/2005/8/layout/bProcess2"/>
    <dgm:cxn modelId="{BA0BC5AC-8A15-8F4B-89C6-D4EB2989B6BE}" type="presOf" srcId="{7D13E856-EC3A-C242-A600-C610C5F8AB26}" destId="{964EB692-632D-5E46-8850-FA34419C7EAB}" srcOrd="0" destOrd="0" presId="urn:microsoft.com/office/officeart/2005/8/layout/bProcess2"/>
    <dgm:cxn modelId="{B1117CAF-FC61-E541-BC7B-16069CA040AE}" type="presOf" srcId="{97608FDB-AE26-454A-A705-54BD880791AE}" destId="{0C4EDB11-CA42-8345-B4A4-8116DC3DC1A7}" srcOrd="0" destOrd="0" presId="urn:microsoft.com/office/officeart/2005/8/layout/bProcess2"/>
    <dgm:cxn modelId="{DBF75CB9-AC10-1F44-913D-F5629011D0E1}" type="presOf" srcId="{8F525DAF-8929-C843-92EA-BA878DA0B274}" destId="{8276337B-3CE9-0546-80BD-505CCE4800AD}" srcOrd="0" destOrd="0" presId="urn:microsoft.com/office/officeart/2005/8/layout/bProcess2"/>
    <dgm:cxn modelId="{B61D9FC1-B0BA-AF4C-9A46-75FB0A93407C}" srcId="{9D5B064F-600C-3C4F-B94A-83BEDD396D9D}" destId="{26A056E6-6C47-5449-9AE8-2F02FBB6C474}" srcOrd="6" destOrd="0" parTransId="{7940BA61-E483-E84D-B2C0-BEC6F5C7D6F1}" sibTransId="{8F525DAF-8929-C843-92EA-BA878DA0B274}"/>
    <dgm:cxn modelId="{B6F07CC2-2FB7-684F-BDA4-FD6236455BA1}" type="presOf" srcId="{20D141A2-0382-094A-9C71-B877F8BEBA93}" destId="{A24FF580-CDCB-BB4A-A5D2-71900DBD7F54}" srcOrd="0" destOrd="0" presId="urn:microsoft.com/office/officeart/2005/8/layout/bProcess2"/>
    <dgm:cxn modelId="{39A50DCA-BA3A-A34D-81D0-7465D9BF45C0}" srcId="{9D5B064F-600C-3C4F-B94A-83BEDD396D9D}" destId="{CC4C4056-37B5-654A-BA8A-4F549E641124}" srcOrd="0" destOrd="0" parTransId="{B9557540-8DB6-5C49-91CB-835CA0666968}" sibTransId="{8099B6FA-299B-0D42-BC80-3CB31028A64F}"/>
    <dgm:cxn modelId="{6F963ED8-6416-AD40-86BC-1B63539F6527}" type="presOf" srcId="{37942C8F-BC00-FE43-BBD6-3092869C1645}" destId="{B9CB7C29-2DA4-564A-AB3D-CCAB643D05D5}" srcOrd="0" destOrd="0" presId="urn:microsoft.com/office/officeart/2005/8/layout/bProcess2"/>
    <dgm:cxn modelId="{A83858DD-3444-F341-BEBC-7BCAC6247C8C}" type="presOf" srcId="{26A056E6-6C47-5449-9AE8-2F02FBB6C474}" destId="{CD2EE736-E7EF-104C-B187-CD0627AF9343}" srcOrd="0" destOrd="0" presId="urn:microsoft.com/office/officeart/2005/8/layout/bProcess2"/>
    <dgm:cxn modelId="{2ECA9AE6-F5B8-AA41-98FA-C9019CC6359B}" type="presOf" srcId="{406AF7FD-8A2B-684E-8681-0C9C888839AB}" destId="{0FBA8E37-8697-464C-985D-A5A5ACD2A47A}" srcOrd="0" destOrd="0" presId="urn:microsoft.com/office/officeart/2005/8/layout/bProcess2"/>
    <dgm:cxn modelId="{81E3B89F-8995-B540-A117-27AD12BBACA2}" type="presParOf" srcId="{0A794902-7298-8E47-8170-AFF435CC8226}" destId="{E0823A5C-2D20-4640-91AB-BCE184D1DC86}" srcOrd="0" destOrd="0" presId="urn:microsoft.com/office/officeart/2005/8/layout/bProcess2"/>
    <dgm:cxn modelId="{7227BC2A-F6B1-604C-A17F-EA59B87ACF61}" type="presParOf" srcId="{0A794902-7298-8E47-8170-AFF435CC8226}" destId="{23ACCAE3-12B0-2346-9F9B-6CCDFD52F3DE}" srcOrd="1" destOrd="0" presId="urn:microsoft.com/office/officeart/2005/8/layout/bProcess2"/>
    <dgm:cxn modelId="{39566DBF-7A41-8A44-825A-1AF4C94DDAF0}" type="presParOf" srcId="{0A794902-7298-8E47-8170-AFF435CC8226}" destId="{DA728D9E-9AF4-AF4E-B2C3-439D56279ECD}" srcOrd="2" destOrd="0" presId="urn:microsoft.com/office/officeart/2005/8/layout/bProcess2"/>
    <dgm:cxn modelId="{31907085-D99B-584C-A817-DE3252D82B62}" type="presParOf" srcId="{DA728D9E-9AF4-AF4E-B2C3-439D56279ECD}" destId="{A38A8FCC-A6A0-744C-923E-4F8E9E105C97}" srcOrd="0" destOrd="0" presId="urn:microsoft.com/office/officeart/2005/8/layout/bProcess2"/>
    <dgm:cxn modelId="{C7C6820B-6394-FB41-BF37-8B6C6EF9C937}" type="presParOf" srcId="{DA728D9E-9AF4-AF4E-B2C3-439D56279ECD}" destId="{0C4EDB11-CA42-8345-B4A4-8116DC3DC1A7}" srcOrd="1" destOrd="0" presId="urn:microsoft.com/office/officeart/2005/8/layout/bProcess2"/>
    <dgm:cxn modelId="{7FC0E8C7-05F2-6448-A6AF-BE43D4D7916F}" type="presParOf" srcId="{0A794902-7298-8E47-8170-AFF435CC8226}" destId="{B9CB7C29-2DA4-564A-AB3D-CCAB643D05D5}" srcOrd="3" destOrd="0" presId="urn:microsoft.com/office/officeart/2005/8/layout/bProcess2"/>
    <dgm:cxn modelId="{BE068A63-625B-DA48-92C6-DFE5D1991044}" type="presParOf" srcId="{0A794902-7298-8E47-8170-AFF435CC8226}" destId="{54074171-9065-4146-92A4-CA10C8DAFEE4}" srcOrd="4" destOrd="0" presId="urn:microsoft.com/office/officeart/2005/8/layout/bProcess2"/>
    <dgm:cxn modelId="{CFAF6565-82D2-2B48-85DA-63E288288F06}" type="presParOf" srcId="{54074171-9065-4146-92A4-CA10C8DAFEE4}" destId="{042C76ED-40D8-1D49-9959-3F7C7A55B1AC}" srcOrd="0" destOrd="0" presId="urn:microsoft.com/office/officeart/2005/8/layout/bProcess2"/>
    <dgm:cxn modelId="{6892E50E-F22B-E644-A024-89534FBFF8E5}" type="presParOf" srcId="{54074171-9065-4146-92A4-CA10C8DAFEE4}" destId="{0CFFAB4C-B754-1941-BB44-65FEA09E1AE9}" srcOrd="1" destOrd="0" presId="urn:microsoft.com/office/officeart/2005/8/layout/bProcess2"/>
    <dgm:cxn modelId="{16542211-99EB-DC4F-B64A-D31130D863FD}" type="presParOf" srcId="{0A794902-7298-8E47-8170-AFF435CC8226}" destId="{776A3F02-D721-B042-B62A-CAB953DAAEF3}" srcOrd="5" destOrd="0" presId="urn:microsoft.com/office/officeart/2005/8/layout/bProcess2"/>
    <dgm:cxn modelId="{8CDE9992-B84A-4243-B65C-32BA924614A4}" type="presParOf" srcId="{0A794902-7298-8E47-8170-AFF435CC8226}" destId="{D65CA1E1-13C9-9C4C-BD7F-4D8EF02F53FC}" srcOrd="6" destOrd="0" presId="urn:microsoft.com/office/officeart/2005/8/layout/bProcess2"/>
    <dgm:cxn modelId="{5598D587-9CD6-5D45-95D6-7CA52D227776}" type="presParOf" srcId="{D65CA1E1-13C9-9C4C-BD7F-4D8EF02F53FC}" destId="{3CDB83D8-5295-404F-A3A3-B170B5466638}" srcOrd="0" destOrd="0" presId="urn:microsoft.com/office/officeart/2005/8/layout/bProcess2"/>
    <dgm:cxn modelId="{ED7D8996-E94F-EA43-B08C-C1EC7E6BDB37}" type="presParOf" srcId="{D65CA1E1-13C9-9C4C-BD7F-4D8EF02F53FC}" destId="{A24FF580-CDCB-BB4A-A5D2-71900DBD7F54}" srcOrd="1" destOrd="0" presId="urn:microsoft.com/office/officeart/2005/8/layout/bProcess2"/>
    <dgm:cxn modelId="{F4AE64B0-F086-284C-A317-ED30A74761FA}" type="presParOf" srcId="{0A794902-7298-8E47-8170-AFF435CC8226}" destId="{E1827D18-96FF-654A-901F-F337DB63B676}" srcOrd="7" destOrd="0" presId="urn:microsoft.com/office/officeart/2005/8/layout/bProcess2"/>
    <dgm:cxn modelId="{33D4D6F0-E2A0-9549-991C-814C85AF7FE0}" type="presParOf" srcId="{0A794902-7298-8E47-8170-AFF435CC8226}" destId="{EF63262E-96B4-794D-A386-1151D68E232A}" srcOrd="8" destOrd="0" presId="urn:microsoft.com/office/officeart/2005/8/layout/bProcess2"/>
    <dgm:cxn modelId="{50151830-DA7A-C248-BAE3-A944F58059CE}" type="presParOf" srcId="{EF63262E-96B4-794D-A386-1151D68E232A}" destId="{8302631D-FEB8-C34F-BA5D-BC4DFFC4DB54}" srcOrd="0" destOrd="0" presId="urn:microsoft.com/office/officeart/2005/8/layout/bProcess2"/>
    <dgm:cxn modelId="{29EBBFBF-627B-F647-B58C-C596F03E60BC}" type="presParOf" srcId="{EF63262E-96B4-794D-A386-1151D68E232A}" destId="{964EB692-632D-5E46-8850-FA34419C7EAB}" srcOrd="1" destOrd="0" presId="urn:microsoft.com/office/officeart/2005/8/layout/bProcess2"/>
    <dgm:cxn modelId="{66EE96FD-CF10-264E-8579-7737D7E4AB9C}" type="presParOf" srcId="{0A794902-7298-8E47-8170-AFF435CC8226}" destId="{0FBA8E37-8697-464C-985D-A5A5ACD2A47A}" srcOrd="9" destOrd="0" presId="urn:microsoft.com/office/officeart/2005/8/layout/bProcess2"/>
    <dgm:cxn modelId="{6F1EEA98-6628-0141-9E21-3F14961C73C1}" type="presParOf" srcId="{0A794902-7298-8E47-8170-AFF435CC8226}" destId="{B609A4E8-DCCD-564E-A8E7-5D08C717BD21}" srcOrd="10" destOrd="0" presId="urn:microsoft.com/office/officeart/2005/8/layout/bProcess2"/>
    <dgm:cxn modelId="{F0F56720-F27C-1040-8C71-69071061704A}" type="presParOf" srcId="{B609A4E8-DCCD-564E-A8E7-5D08C717BD21}" destId="{67AC7AF4-C244-AE4B-96E2-066D03A2CD7D}" srcOrd="0" destOrd="0" presId="urn:microsoft.com/office/officeart/2005/8/layout/bProcess2"/>
    <dgm:cxn modelId="{73CE7FB0-E046-4F43-978C-869C3EB66D9B}" type="presParOf" srcId="{B609A4E8-DCCD-564E-A8E7-5D08C717BD21}" destId="{B5A7D9C0-E352-1B4E-AE42-96910C25178F}" srcOrd="1" destOrd="0" presId="urn:microsoft.com/office/officeart/2005/8/layout/bProcess2"/>
    <dgm:cxn modelId="{F2CD2C2D-306C-9649-8255-C514D168AF07}" type="presParOf" srcId="{0A794902-7298-8E47-8170-AFF435CC8226}" destId="{A50D136D-1C83-9F47-8BD3-66E37A0EFCEE}" srcOrd="11" destOrd="0" presId="urn:microsoft.com/office/officeart/2005/8/layout/bProcess2"/>
    <dgm:cxn modelId="{5CAFEA70-0EE9-DA45-8D77-6278B4FA10A2}" type="presParOf" srcId="{0A794902-7298-8E47-8170-AFF435CC8226}" destId="{12096BFE-A34A-CF45-82ED-F73090E966C0}" srcOrd="12" destOrd="0" presId="urn:microsoft.com/office/officeart/2005/8/layout/bProcess2"/>
    <dgm:cxn modelId="{E29A5579-9B8A-A14D-8848-F99602515E29}" type="presParOf" srcId="{12096BFE-A34A-CF45-82ED-F73090E966C0}" destId="{4B9C31C5-BDB6-7E4C-B679-3C4633401846}" srcOrd="0" destOrd="0" presId="urn:microsoft.com/office/officeart/2005/8/layout/bProcess2"/>
    <dgm:cxn modelId="{75C4D836-FBB0-EE48-8E56-1A411EB24652}" type="presParOf" srcId="{12096BFE-A34A-CF45-82ED-F73090E966C0}" destId="{CD2EE736-E7EF-104C-B187-CD0627AF9343}" srcOrd="1" destOrd="0" presId="urn:microsoft.com/office/officeart/2005/8/layout/bProcess2"/>
    <dgm:cxn modelId="{A5BB49AB-CAF7-6C47-B4E2-CB94CD9EEBC4}" type="presParOf" srcId="{0A794902-7298-8E47-8170-AFF435CC8226}" destId="{8276337B-3CE9-0546-80BD-505CCE4800AD}" srcOrd="13" destOrd="0" presId="urn:microsoft.com/office/officeart/2005/8/layout/bProcess2"/>
    <dgm:cxn modelId="{7D658ABD-B174-0C4A-8DAA-FB5830D95E18}" type="presParOf" srcId="{0A794902-7298-8E47-8170-AFF435CC8226}" destId="{DE8B26B0-C9D5-9F40-8412-A36E6C2DD07A}" srcOrd="14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5B064F-600C-3C4F-B94A-83BEDD396D9D}" type="doc">
      <dgm:prSet loTypeId="urn:microsoft.com/office/officeart/2005/8/layout/bProcess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C4C4056-37B5-654A-BA8A-4F549E641124}">
      <dgm:prSet phldrT="[Text]"/>
      <dgm:spPr/>
      <dgm:t>
        <a:bodyPr/>
        <a:lstStyle/>
        <a:p>
          <a:r>
            <a:rPr lang="en-GB" dirty="0"/>
            <a:t>PubMed Query (133 results)</a:t>
          </a:r>
        </a:p>
      </dgm:t>
    </dgm:pt>
    <dgm:pt modelId="{B9557540-8DB6-5C49-91CB-835CA0666968}" type="parTrans" cxnId="{39A50DCA-BA3A-A34D-81D0-7465D9BF45C0}">
      <dgm:prSet/>
      <dgm:spPr/>
      <dgm:t>
        <a:bodyPr/>
        <a:lstStyle/>
        <a:p>
          <a:endParaRPr lang="en-GB"/>
        </a:p>
      </dgm:t>
    </dgm:pt>
    <dgm:pt modelId="{8099B6FA-299B-0D42-BC80-3CB31028A64F}" type="sibTrans" cxnId="{39A50DCA-BA3A-A34D-81D0-7465D9BF45C0}">
      <dgm:prSet/>
      <dgm:spPr/>
      <dgm:t>
        <a:bodyPr/>
        <a:lstStyle/>
        <a:p>
          <a:endParaRPr lang="en-GB"/>
        </a:p>
      </dgm:t>
    </dgm:pt>
    <dgm:pt modelId="{97608FDB-AE26-454A-A705-54BD880791AE}">
      <dgm:prSet phldrT="[Text]"/>
      <dgm:spPr/>
      <dgm:t>
        <a:bodyPr/>
        <a:lstStyle/>
        <a:p>
          <a:r>
            <a:rPr lang="en-GB" dirty="0"/>
            <a:t>Export to *.</a:t>
          </a:r>
          <a:r>
            <a:rPr lang="en-GB" dirty="0" err="1"/>
            <a:t>nbib</a:t>
          </a:r>
          <a:endParaRPr lang="en-GB" dirty="0"/>
        </a:p>
      </dgm:t>
    </dgm:pt>
    <dgm:pt modelId="{F8C5B041-572E-C34D-9A1D-2A2672CF527E}" type="parTrans" cxnId="{4B3CA247-EC73-2C49-AA38-B541F83A0DC0}">
      <dgm:prSet/>
      <dgm:spPr/>
      <dgm:t>
        <a:bodyPr/>
        <a:lstStyle/>
        <a:p>
          <a:endParaRPr lang="en-GB"/>
        </a:p>
      </dgm:t>
    </dgm:pt>
    <dgm:pt modelId="{37942C8F-BC00-FE43-BBD6-3092869C1645}" type="sibTrans" cxnId="{4B3CA247-EC73-2C49-AA38-B541F83A0DC0}">
      <dgm:prSet/>
      <dgm:spPr/>
      <dgm:t>
        <a:bodyPr/>
        <a:lstStyle/>
        <a:p>
          <a:endParaRPr lang="en-GB"/>
        </a:p>
      </dgm:t>
    </dgm:pt>
    <dgm:pt modelId="{E4678FF1-FE3E-404B-A36A-321F84C70BCB}">
      <dgm:prSet phldrT="[Text]"/>
      <dgm:spPr/>
      <dgm:t>
        <a:bodyPr/>
        <a:lstStyle/>
        <a:p>
          <a:r>
            <a:rPr lang="en-GB" dirty="0"/>
            <a:t>Conversion to RIS</a:t>
          </a:r>
        </a:p>
      </dgm:t>
    </dgm:pt>
    <dgm:pt modelId="{E6A537E8-4307-AD48-88D2-EC898D6E987D}" type="parTrans" cxnId="{6F83D08B-985F-8947-9696-C0B0B0E495FE}">
      <dgm:prSet/>
      <dgm:spPr/>
      <dgm:t>
        <a:bodyPr/>
        <a:lstStyle/>
        <a:p>
          <a:endParaRPr lang="en-GB"/>
        </a:p>
      </dgm:t>
    </dgm:pt>
    <dgm:pt modelId="{9077186F-8474-2741-9EE6-D24B5D944093}" type="sibTrans" cxnId="{6F83D08B-985F-8947-9696-C0B0B0E495FE}">
      <dgm:prSet/>
      <dgm:spPr/>
      <dgm:t>
        <a:bodyPr/>
        <a:lstStyle/>
        <a:p>
          <a:endParaRPr lang="en-GB"/>
        </a:p>
      </dgm:t>
    </dgm:pt>
    <dgm:pt modelId="{405D10F0-3F84-5B45-91CB-324C40C44AA5}">
      <dgm:prSet phldrT="[Text]"/>
      <dgm:spPr/>
      <dgm:t>
        <a:bodyPr/>
        <a:lstStyle/>
        <a:p>
          <a:r>
            <a:rPr lang="en-GB" dirty="0"/>
            <a:t>Visualisation with </a:t>
          </a:r>
          <a:r>
            <a:rPr lang="en-GB" dirty="0" err="1"/>
            <a:t>VOSviewer</a:t>
          </a:r>
          <a:endParaRPr lang="en-GB" dirty="0"/>
        </a:p>
      </dgm:t>
    </dgm:pt>
    <dgm:pt modelId="{82C8A285-80B1-F946-986F-CC60DBD4D92D}" type="parTrans" cxnId="{0DD98516-85F8-B54C-9829-0C70C13306CF}">
      <dgm:prSet/>
      <dgm:spPr/>
      <dgm:t>
        <a:bodyPr/>
        <a:lstStyle/>
        <a:p>
          <a:endParaRPr lang="en-GB"/>
        </a:p>
      </dgm:t>
    </dgm:pt>
    <dgm:pt modelId="{EAEC3CAD-11D9-344E-9DC2-C0A88FD4E59E}" type="sibTrans" cxnId="{0DD98516-85F8-B54C-9829-0C70C13306CF}">
      <dgm:prSet/>
      <dgm:spPr/>
      <dgm:t>
        <a:bodyPr/>
        <a:lstStyle/>
        <a:p>
          <a:endParaRPr lang="en-GB"/>
        </a:p>
      </dgm:t>
    </dgm:pt>
    <dgm:pt modelId="{20D141A2-0382-094A-9C71-B877F8BEBA93}">
      <dgm:prSet phldrT="[Text]"/>
      <dgm:spPr/>
      <dgm:t>
        <a:bodyPr/>
        <a:lstStyle/>
        <a:p>
          <a:r>
            <a:rPr lang="en-GB" dirty="0"/>
            <a:t>Data cleaning and trimming with python</a:t>
          </a:r>
        </a:p>
      </dgm:t>
    </dgm:pt>
    <dgm:pt modelId="{E6E0BD8C-CEE4-BB48-A0F1-54CE9F84EF10}" type="parTrans" cxnId="{6DBB8D82-E61A-A043-82A2-3C3079BC2D1E}">
      <dgm:prSet/>
      <dgm:spPr/>
      <dgm:t>
        <a:bodyPr/>
        <a:lstStyle/>
        <a:p>
          <a:endParaRPr lang="en-GB"/>
        </a:p>
      </dgm:t>
    </dgm:pt>
    <dgm:pt modelId="{6D7F4728-626C-6F4C-9DEA-2EFCDD37CFFB}" type="sibTrans" cxnId="{6DBB8D82-E61A-A043-82A2-3C3079BC2D1E}">
      <dgm:prSet/>
      <dgm:spPr/>
      <dgm:t>
        <a:bodyPr/>
        <a:lstStyle/>
        <a:p>
          <a:endParaRPr lang="en-GB"/>
        </a:p>
      </dgm:t>
    </dgm:pt>
    <dgm:pt modelId="{7D13E856-EC3A-C242-A600-C610C5F8AB26}">
      <dgm:prSet phldrT="[Text]"/>
      <dgm:spPr/>
      <dgm:t>
        <a:bodyPr/>
        <a:lstStyle/>
        <a:p>
          <a:r>
            <a:rPr lang="en-GB" dirty="0"/>
            <a:t>Title and Abstract analysis</a:t>
          </a:r>
        </a:p>
      </dgm:t>
    </dgm:pt>
    <dgm:pt modelId="{843F53F0-DFF0-0F45-8568-EC7152A1EB30}" type="parTrans" cxnId="{0F60988A-E4AE-EF40-B8AE-9166AA1FF8A5}">
      <dgm:prSet/>
      <dgm:spPr/>
      <dgm:t>
        <a:bodyPr/>
        <a:lstStyle/>
        <a:p>
          <a:endParaRPr lang="en-GB"/>
        </a:p>
      </dgm:t>
    </dgm:pt>
    <dgm:pt modelId="{406AF7FD-8A2B-684E-8681-0C9C888839AB}" type="sibTrans" cxnId="{0F60988A-E4AE-EF40-B8AE-9166AA1FF8A5}">
      <dgm:prSet/>
      <dgm:spPr/>
      <dgm:t>
        <a:bodyPr/>
        <a:lstStyle/>
        <a:p>
          <a:endParaRPr lang="en-GB"/>
        </a:p>
      </dgm:t>
    </dgm:pt>
    <dgm:pt modelId="{26A056E6-6C47-5449-9AE8-2F02FBB6C474}">
      <dgm:prSet phldrT="[Text]"/>
      <dgm:spPr/>
      <dgm:t>
        <a:bodyPr/>
        <a:lstStyle/>
        <a:p>
          <a:r>
            <a:rPr lang="en-GB" dirty="0"/>
            <a:t>TF IDF based Clustering technique (K means)</a:t>
          </a:r>
        </a:p>
      </dgm:t>
    </dgm:pt>
    <dgm:pt modelId="{7940BA61-E483-E84D-B2C0-BEC6F5C7D6F1}" type="parTrans" cxnId="{B61D9FC1-B0BA-AF4C-9A46-75FB0A93407C}">
      <dgm:prSet/>
      <dgm:spPr/>
      <dgm:t>
        <a:bodyPr/>
        <a:lstStyle/>
        <a:p>
          <a:endParaRPr lang="en-GB"/>
        </a:p>
      </dgm:t>
    </dgm:pt>
    <dgm:pt modelId="{8F525DAF-8929-C843-92EA-BA878DA0B274}" type="sibTrans" cxnId="{B61D9FC1-B0BA-AF4C-9A46-75FB0A93407C}">
      <dgm:prSet/>
      <dgm:spPr/>
      <dgm:t>
        <a:bodyPr/>
        <a:lstStyle/>
        <a:p>
          <a:endParaRPr lang="en-GB"/>
        </a:p>
      </dgm:t>
    </dgm:pt>
    <dgm:pt modelId="{8C00F24F-BE09-244B-9162-2FE659BDC3AF}">
      <dgm:prSet phldrT="[Text]"/>
      <dgm:spPr/>
      <dgm:t>
        <a:bodyPr/>
        <a:lstStyle/>
        <a:p>
          <a:r>
            <a:rPr lang="en-GB" dirty="0"/>
            <a:t>Export of the most important clusters</a:t>
          </a:r>
        </a:p>
      </dgm:t>
    </dgm:pt>
    <dgm:pt modelId="{5C5ECB17-562B-024C-97F9-BED1ACF850C9}" type="parTrans" cxnId="{E9EC0564-6DA7-424A-8A8B-028F44EB8413}">
      <dgm:prSet/>
      <dgm:spPr/>
      <dgm:t>
        <a:bodyPr/>
        <a:lstStyle/>
        <a:p>
          <a:endParaRPr lang="en-GB"/>
        </a:p>
      </dgm:t>
    </dgm:pt>
    <dgm:pt modelId="{C90AA44C-5C0E-6F4A-9CF2-61B2C8A47D9C}" type="sibTrans" cxnId="{E9EC0564-6DA7-424A-8A8B-028F44EB8413}">
      <dgm:prSet/>
      <dgm:spPr/>
      <dgm:t>
        <a:bodyPr/>
        <a:lstStyle/>
        <a:p>
          <a:endParaRPr lang="en-GB"/>
        </a:p>
      </dgm:t>
    </dgm:pt>
    <dgm:pt modelId="{0A794902-7298-8E47-8170-AFF435CC8226}" type="pres">
      <dgm:prSet presAssocID="{9D5B064F-600C-3C4F-B94A-83BEDD396D9D}" presName="diagram" presStyleCnt="0">
        <dgm:presLayoutVars>
          <dgm:dir/>
          <dgm:resizeHandles/>
        </dgm:presLayoutVars>
      </dgm:prSet>
      <dgm:spPr/>
    </dgm:pt>
    <dgm:pt modelId="{E0823A5C-2D20-4640-91AB-BCE184D1DC86}" type="pres">
      <dgm:prSet presAssocID="{CC4C4056-37B5-654A-BA8A-4F549E641124}" presName="firstNode" presStyleLbl="node1" presStyleIdx="0" presStyleCnt="8">
        <dgm:presLayoutVars>
          <dgm:bulletEnabled val="1"/>
        </dgm:presLayoutVars>
      </dgm:prSet>
      <dgm:spPr/>
    </dgm:pt>
    <dgm:pt modelId="{23ACCAE3-12B0-2346-9F9B-6CCDFD52F3DE}" type="pres">
      <dgm:prSet presAssocID="{8099B6FA-299B-0D42-BC80-3CB31028A64F}" presName="sibTrans" presStyleLbl="sibTrans2D1" presStyleIdx="0" presStyleCnt="7"/>
      <dgm:spPr/>
    </dgm:pt>
    <dgm:pt modelId="{DA728D9E-9AF4-AF4E-B2C3-439D56279ECD}" type="pres">
      <dgm:prSet presAssocID="{97608FDB-AE26-454A-A705-54BD880791AE}" presName="middleNode" presStyleCnt="0"/>
      <dgm:spPr/>
    </dgm:pt>
    <dgm:pt modelId="{A38A8FCC-A6A0-744C-923E-4F8E9E105C97}" type="pres">
      <dgm:prSet presAssocID="{97608FDB-AE26-454A-A705-54BD880791AE}" presName="padding" presStyleLbl="node1" presStyleIdx="0" presStyleCnt="8"/>
      <dgm:spPr/>
    </dgm:pt>
    <dgm:pt modelId="{0C4EDB11-CA42-8345-B4A4-8116DC3DC1A7}" type="pres">
      <dgm:prSet presAssocID="{97608FDB-AE26-454A-A705-54BD880791AE}" presName="shape" presStyleLbl="node1" presStyleIdx="1" presStyleCnt="8">
        <dgm:presLayoutVars>
          <dgm:bulletEnabled val="1"/>
        </dgm:presLayoutVars>
      </dgm:prSet>
      <dgm:spPr/>
    </dgm:pt>
    <dgm:pt modelId="{B9CB7C29-2DA4-564A-AB3D-CCAB643D05D5}" type="pres">
      <dgm:prSet presAssocID="{37942C8F-BC00-FE43-BBD6-3092869C1645}" presName="sibTrans" presStyleLbl="sibTrans2D1" presStyleIdx="1" presStyleCnt="7"/>
      <dgm:spPr/>
    </dgm:pt>
    <dgm:pt modelId="{54074171-9065-4146-92A4-CA10C8DAFEE4}" type="pres">
      <dgm:prSet presAssocID="{E4678FF1-FE3E-404B-A36A-321F84C70BCB}" presName="middleNode" presStyleCnt="0"/>
      <dgm:spPr/>
    </dgm:pt>
    <dgm:pt modelId="{042C76ED-40D8-1D49-9959-3F7C7A55B1AC}" type="pres">
      <dgm:prSet presAssocID="{E4678FF1-FE3E-404B-A36A-321F84C70BCB}" presName="padding" presStyleLbl="node1" presStyleIdx="1" presStyleCnt="8"/>
      <dgm:spPr/>
    </dgm:pt>
    <dgm:pt modelId="{0CFFAB4C-B754-1941-BB44-65FEA09E1AE9}" type="pres">
      <dgm:prSet presAssocID="{E4678FF1-FE3E-404B-A36A-321F84C70BCB}" presName="shape" presStyleLbl="node1" presStyleIdx="2" presStyleCnt="8">
        <dgm:presLayoutVars>
          <dgm:bulletEnabled val="1"/>
        </dgm:presLayoutVars>
      </dgm:prSet>
      <dgm:spPr/>
    </dgm:pt>
    <dgm:pt modelId="{776A3F02-D721-B042-B62A-CAB953DAAEF3}" type="pres">
      <dgm:prSet presAssocID="{9077186F-8474-2741-9EE6-D24B5D944093}" presName="sibTrans" presStyleLbl="sibTrans2D1" presStyleIdx="2" presStyleCnt="7"/>
      <dgm:spPr/>
    </dgm:pt>
    <dgm:pt modelId="{7977EDE2-4C86-F640-B2AF-9BB9BF5F0D56}" type="pres">
      <dgm:prSet presAssocID="{405D10F0-3F84-5B45-91CB-324C40C44AA5}" presName="middleNode" presStyleCnt="0"/>
      <dgm:spPr/>
    </dgm:pt>
    <dgm:pt modelId="{272472AE-0F94-A44C-BDA6-0CEBA6170717}" type="pres">
      <dgm:prSet presAssocID="{405D10F0-3F84-5B45-91CB-324C40C44AA5}" presName="padding" presStyleLbl="node1" presStyleIdx="2" presStyleCnt="8"/>
      <dgm:spPr/>
    </dgm:pt>
    <dgm:pt modelId="{9E371D57-F959-C740-92A2-5188E685E59B}" type="pres">
      <dgm:prSet presAssocID="{405D10F0-3F84-5B45-91CB-324C40C44AA5}" presName="shape" presStyleLbl="node1" presStyleIdx="3" presStyleCnt="8">
        <dgm:presLayoutVars>
          <dgm:bulletEnabled val="1"/>
        </dgm:presLayoutVars>
      </dgm:prSet>
      <dgm:spPr/>
    </dgm:pt>
    <dgm:pt modelId="{7F31FFDC-737A-7045-8063-F10609D6DEE5}" type="pres">
      <dgm:prSet presAssocID="{EAEC3CAD-11D9-344E-9DC2-C0A88FD4E59E}" presName="sibTrans" presStyleLbl="sibTrans2D1" presStyleIdx="3" presStyleCnt="7"/>
      <dgm:spPr/>
    </dgm:pt>
    <dgm:pt modelId="{D65CA1E1-13C9-9C4C-BD7F-4D8EF02F53FC}" type="pres">
      <dgm:prSet presAssocID="{20D141A2-0382-094A-9C71-B877F8BEBA93}" presName="middleNode" presStyleCnt="0"/>
      <dgm:spPr/>
    </dgm:pt>
    <dgm:pt modelId="{3CDB83D8-5295-404F-A3A3-B170B5466638}" type="pres">
      <dgm:prSet presAssocID="{20D141A2-0382-094A-9C71-B877F8BEBA93}" presName="padding" presStyleLbl="node1" presStyleIdx="3" presStyleCnt="8"/>
      <dgm:spPr/>
    </dgm:pt>
    <dgm:pt modelId="{A24FF580-CDCB-BB4A-A5D2-71900DBD7F54}" type="pres">
      <dgm:prSet presAssocID="{20D141A2-0382-094A-9C71-B877F8BEBA93}" presName="shape" presStyleLbl="node1" presStyleIdx="4" presStyleCnt="8">
        <dgm:presLayoutVars>
          <dgm:bulletEnabled val="1"/>
        </dgm:presLayoutVars>
      </dgm:prSet>
      <dgm:spPr/>
    </dgm:pt>
    <dgm:pt modelId="{E1827D18-96FF-654A-901F-F337DB63B676}" type="pres">
      <dgm:prSet presAssocID="{6D7F4728-626C-6F4C-9DEA-2EFCDD37CFFB}" presName="sibTrans" presStyleLbl="sibTrans2D1" presStyleIdx="4" presStyleCnt="7"/>
      <dgm:spPr/>
    </dgm:pt>
    <dgm:pt modelId="{EF63262E-96B4-794D-A386-1151D68E232A}" type="pres">
      <dgm:prSet presAssocID="{7D13E856-EC3A-C242-A600-C610C5F8AB26}" presName="middleNode" presStyleCnt="0"/>
      <dgm:spPr/>
    </dgm:pt>
    <dgm:pt modelId="{8302631D-FEB8-C34F-BA5D-BC4DFFC4DB54}" type="pres">
      <dgm:prSet presAssocID="{7D13E856-EC3A-C242-A600-C610C5F8AB26}" presName="padding" presStyleLbl="node1" presStyleIdx="4" presStyleCnt="8"/>
      <dgm:spPr/>
    </dgm:pt>
    <dgm:pt modelId="{964EB692-632D-5E46-8850-FA34419C7EAB}" type="pres">
      <dgm:prSet presAssocID="{7D13E856-EC3A-C242-A600-C610C5F8AB26}" presName="shape" presStyleLbl="node1" presStyleIdx="5" presStyleCnt="8">
        <dgm:presLayoutVars>
          <dgm:bulletEnabled val="1"/>
        </dgm:presLayoutVars>
      </dgm:prSet>
      <dgm:spPr/>
    </dgm:pt>
    <dgm:pt modelId="{0FBA8E37-8697-464C-985D-A5A5ACD2A47A}" type="pres">
      <dgm:prSet presAssocID="{406AF7FD-8A2B-684E-8681-0C9C888839AB}" presName="sibTrans" presStyleLbl="sibTrans2D1" presStyleIdx="5" presStyleCnt="7"/>
      <dgm:spPr/>
    </dgm:pt>
    <dgm:pt modelId="{12096BFE-A34A-CF45-82ED-F73090E966C0}" type="pres">
      <dgm:prSet presAssocID="{26A056E6-6C47-5449-9AE8-2F02FBB6C474}" presName="middleNode" presStyleCnt="0"/>
      <dgm:spPr/>
    </dgm:pt>
    <dgm:pt modelId="{4B9C31C5-BDB6-7E4C-B679-3C4633401846}" type="pres">
      <dgm:prSet presAssocID="{26A056E6-6C47-5449-9AE8-2F02FBB6C474}" presName="padding" presStyleLbl="node1" presStyleIdx="5" presStyleCnt="8"/>
      <dgm:spPr/>
    </dgm:pt>
    <dgm:pt modelId="{CD2EE736-E7EF-104C-B187-CD0627AF9343}" type="pres">
      <dgm:prSet presAssocID="{26A056E6-6C47-5449-9AE8-2F02FBB6C474}" presName="shape" presStyleLbl="node1" presStyleIdx="6" presStyleCnt="8">
        <dgm:presLayoutVars>
          <dgm:bulletEnabled val="1"/>
        </dgm:presLayoutVars>
      </dgm:prSet>
      <dgm:spPr/>
    </dgm:pt>
    <dgm:pt modelId="{8276337B-3CE9-0546-80BD-505CCE4800AD}" type="pres">
      <dgm:prSet presAssocID="{8F525DAF-8929-C843-92EA-BA878DA0B274}" presName="sibTrans" presStyleLbl="sibTrans2D1" presStyleIdx="6" presStyleCnt="7"/>
      <dgm:spPr/>
    </dgm:pt>
    <dgm:pt modelId="{DE8B26B0-C9D5-9F40-8412-A36E6C2DD07A}" type="pres">
      <dgm:prSet presAssocID="{8C00F24F-BE09-244B-9162-2FE659BDC3AF}" presName="lastNode" presStyleLbl="node1" presStyleIdx="7" presStyleCnt="8">
        <dgm:presLayoutVars>
          <dgm:bulletEnabled val="1"/>
        </dgm:presLayoutVars>
      </dgm:prSet>
      <dgm:spPr/>
    </dgm:pt>
  </dgm:ptLst>
  <dgm:cxnLst>
    <dgm:cxn modelId="{08DA4901-030B-694E-AA31-2FDD1B621C99}" type="presOf" srcId="{8C00F24F-BE09-244B-9162-2FE659BDC3AF}" destId="{DE8B26B0-C9D5-9F40-8412-A36E6C2DD07A}" srcOrd="0" destOrd="0" presId="urn:microsoft.com/office/officeart/2005/8/layout/bProcess2"/>
    <dgm:cxn modelId="{C441BF0E-A7D0-F941-97C0-76B6AA0DDE9C}" type="presOf" srcId="{8099B6FA-299B-0D42-BC80-3CB31028A64F}" destId="{23ACCAE3-12B0-2346-9F9B-6CCDFD52F3DE}" srcOrd="0" destOrd="0" presId="urn:microsoft.com/office/officeart/2005/8/layout/bProcess2"/>
    <dgm:cxn modelId="{0DD98516-85F8-B54C-9829-0C70C13306CF}" srcId="{9D5B064F-600C-3C4F-B94A-83BEDD396D9D}" destId="{405D10F0-3F84-5B45-91CB-324C40C44AA5}" srcOrd="3" destOrd="0" parTransId="{82C8A285-80B1-F946-986F-CC60DBD4D92D}" sibTransId="{EAEC3CAD-11D9-344E-9DC2-C0A88FD4E59E}"/>
    <dgm:cxn modelId="{FD34AA17-B8FC-AE4B-9761-2A2194401E9B}" type="presOf" srcId="{6D7F4728-626C-6F4C-9DEA-2EFCDD37CFFB}" destId="{E1827D18-96FF-654A-901F-F337DB63B676}" srcOrd="0" destOrd="0" presId="urn:microsoft.com/office/officeart/2005/8/layout/bProcess2"/>
    <dgm:cxn modelId="{901A351F-05FE-9A44-AF7A-1B0285571797}" type="presOf" srcId="{E4678FF1-FE3E-404B-A36A-321F84C70BCB}" destId="{0CFFAB4C-B754-1941-BB44-65FEA09E1AE9}" srcOrd="0" destOrd="0" presId="urn:microsoft.com/office/officeart/2005/8/layout/bProcess2"/>
    <dgm:cxn modelId="{4B3CA247-EC73-2C49-AA38-B541F83A0DC0}" srcId="{9D5B064F-600C-3C4F-B94A-83BEDD396D9D}" destId="{97608FDB-AE26-454A-A705-54BD880791AE}" srcOrd="1" destOrd="0" parTransId="{F8C5B041-572E-C34D-9A1D-2A2672CF527E}" sibTransId="{37942C8F-BC00-FE43-BBD6-3092869C1645}"/>
    <dgm:cxn modelId="{85BA704C-9225-CE48-8748-611E2F29D692}" type="presOf" srcId="{CC4C4056-37B5-654A-BA8A-4F549E641124}" destId="{E0823A5C-2D20-4640-91AB-BCE184D1DC86}" srcOrd="0" destOrd="0" presId="urn:microsoft.com/office/officeart/2005/8/layout/bProcess2"/>
    <dgm:cxn modelId="{E9EC0564-6DA7-424A-8A8B-028F44EB8413}" srcId="{9D5B064F-600C-3C4F-B94A-83BEDD396D9D}" destId="{8C00F24F-BE09-244B-9162-2FE659BDC3AF}" srcOrd="7" destOrd="0" parTransId="{5C5ECB17-562B-024C-97F9-BED1ACF850C9}" sibTransId="{C90AA44C-5C0E-6F4A-9CF2-61B2C8A47D9C}"/>
    <dgm:cxn modelId="{F1111D74-F4A8-D649-B0AC-8CE0359DC1AC}" type="presOf" srcId="{9077186F-8474-2741-9EE6-D24B5D944093}" destId="{776A3F02-D721-B042-B62A-CAB953DAAEF3}" srcOrd="0" destOrd="0" presId="urn:microsoft.com/office/officeart/2005/8/layout/bProcess2"/>
    <dgm:cxn modelId="{6DBB8D82-E61A-A043-82A2-3C3079BC2D1E}" srcId="{9D5B064F-600C-3C4F-B94A-83BEDD396D9D}" destId="{20D141A2-0382-094A-9C71-B877F8BEBA93}" srcOrd="4" destOrd="0" parTransId="{E6E0BD8C-CEE4-BB48-A0F1-54CE9F84EF10}" sibTransId="{6D7F4728-626C-6F4C-9DEA-2EFCDD37CFFB}"/>
    <dgm:cxn modelId="{0F60988A-E4AE-EF40-B8AE-9166AA1FF8A5}" srcId="{9D5B064F-600C-3C4F-B94A-83BEDD396D9D}" destId="{7D13E856-EC3A-C242-A600-C610C5F8AB26}" srcOrd="5" destOrd="0" parTransId="{843F53F0-DFF0-0F45-8568-EC7152A1EB30}" sibTransId="{406AF7FD-8A2B-684E-8681-0C9C888839AB}"/>
    <dgm:cxn modelId="{6F83D08B-985F-8947-9696-C0B0B0E495FE}" srcId="{9D5B064F-600C-3C4F-B94A-83BEDD396D9D}" destId="{E4678FF1-FE3E-404B-A36A-321F84C70BCB}" srcOrd="2" destOrd="0" parTransId="{E6A537E8-4307-AD48-88D2-EC898D6E987D}" sibTransId="{9077186F-8474-2741-9EE6-D24B5D944093}"/>
    <dgm:cxn modelId="{52497696-CC05-BA4B-9C70-F49439B08D14}" type="presOf" srcId="{9D5B064F-600C-3C4F-B94A-83BEDD396D9D}" destId="{0A794902-7298-8E47-8170-AFF435CC8226}" srcOrd="0" destOrd="0" presId="urn:microsoft.com/office/officeart/2005/8/layout/bProcess2"/>
    <dgm:cxn modelId="{BA0BC5AC-8A15-8F4B-89C6-D4EB2989B6BE}" type="presOf" srcId="{7D13E856-EC3A-C242-A600-C610C5F8AB26}" destId="{964EB692-632D-5E46-8850-FA34419C7EAB}" srcOrd="0" destOrd="0" presId="urn:microsoft.com/office/officeart/2005/8/layout/bProcess2"/>
    <dgm:cxn modelId="{B1117CAF-FC61-E541-BC7B-16069CA040AE}" type="presOf" srcId="{97608FDB-AE26-454A-A705-54BD880791AE}" destId="{0C4EDB11-CA42-8345-B4A4-8116DC3DC1A7}" srcOrd="0" destOrd="0" presId="urn:microsoft.com/office/officeart/2005/8/layout/bProcess2"/>
    <dgm:cxn modelId="{DBF75CB9-AC10-1F44-913D-F5629011D0E1}" type="presOf" srcId="{8F525DAF-8929-C843-92EA-BA878DA0B274}" destId="{8276337B-3CE9-0546-80BD-505CCE4800AD}" srcOrd="0" destOrd="0" presId="urn:microsoft.com/office/officeart/2005/8/layout/bProcess2"/>
    <dgm:cxn modelId="{B61D9FC1-B0BA-AF4C-9A46-75FB0A93407C}" srcId="{9D5B064F-600C-3C4F-B94A-83BEDD396D9D}" destId="{26A056E6-6C47-5449-9AE8-2F02FBB6C474}" srcOrd="6" destOrd="0" parTransId="{7940BA61-E483-E84D-B2C0-BEC6F5C7D6F1}" sibTransId="{8F525DAF-8929-C843-92EA-BA878DA0B274}"/>
    <dgm:cxn modelId="{B6F07CC2-2FB7-684F-BDA4-FD6236455BA1}" type="presOf" srcId="{20D141A2-0382-094A-9C71-B877F8BEBA93}" destId="{A24FF580-CDCB-BB4A-A5D2-71900DBD7F54}" srcOrd="0" destOrd="0" presId="urn:microsoft.com/office/officeart/2005/8/layout/bProcess2"/>
    <dgm:cxn modelId="{0FE81EC3-4DBD-444E-A11D-EE495E4B3AF4}" type="presOf" srcId="{EAEC3CAD-11D9-344E-9DC2-C0A88FD4E59E}" destId="{7F31FFDC-737A-7045-8063-F10609D6DEE5}" srcOrd="0" destOrd="0" presId="urn:microsoft.com/office/officeart/2005/8/layout/bProcess2"/>
    <dgm:cxn modelId="{39A50DCA-BA3A-A34D-81D0-7465D9BF45C0}" srcId="{9D5B064F-600C-3C4F-B94A-83BEDD396D9D}" destId="{CC4C4056-37B5-654A-BA8A-4F549E641124}" srcOrd="0" destOrd="0" parTransId="{B9557540-8DB6-5C49-91CB-835CA0666968}" sibTransId="{8099B6FA-299B-0D42-BC80-3CB31028A64F}"/>
    <dgm:cxn modelId="{6F963ED8-6416-AD40-86BC-1B63539F6527}" type="presOf" srcId="{37942C8F-BC00-FE43-BBD6-3092869C1645}" destId="{B9CB7C29-2DA4-564A-AB3D-CCAB643D05D5}" srcOrd="0" destOrd="0" presId="urn:microsoft.com/office/officeart/2005/8/layout/bProcess2"/>
    <dgm:cxn modelId="{A83858DD-3444-F341-BEBC-7BCAC6247C8C}" type="presOf" srcId="{26A056E6-6C47-5449-9AE8-2F02FBB6C474}" destId="{CD2EE736-E7EF-104C-B187-CD0627AF9343}" srcOrd="0" destOrd="0" presId="urn:microsoft.com/office/officeart/2005/8/layout/bProcess2"/>
    <dgm:cxn modelId="{C1B401E0-D034-5140-9E89-B815ABD26223}" type="presOf" srcId="{405D10F0-3F84-5B45-91CB-324C40C44AA5}" destId="{9E371D57-F959-C740-92A2-5188E685E59B}" srcOrd="0" destOrd="0" presId="urn:microsoft.com/office/officeart/2005/8/layout/bProcess2"/>
    <dgm:cxn modelId="{2ECA9AE6-F5B8-AA41-98FA-C9019CC6359B}" type="presOf" srcId="{406AF7FD-8A2B-684E-8681-0C9C888839AB}" destId="{0FBA8E37-8697-464C-985D-A5A5ACD2A47A}" srcOrd="0" destOrd="0" presId="urn:microsoft.com/office/officeart/2005/8/layout/bProcess2"/>
    <dgm:cxn modelId="{81E3B89F-8995-B540-A117-27AD12BBACA2}" type="presParOf" srcId="{0A794902-7298-8E47-8170-AFF435CC8226}" destId="{E0823A5C-2D20-4640-91AB-BCE184D1DC86}" srcOrd="0" destOrd="0" presId="urn:microsoft.com/office/officeart/2005/8/layout/bProcess2"/>
    <dgm:cxn modelId="{7227BC2A-F6B1-604C-A17F-EA59B87ACF61}" type="presParOf" srcId="{0A794902-7298-8E47-8170-AFF435CC8226}" destId="{23ACCAE3-12B0-2346-9F9B-6CCDFD52F3DE}" srcOrd="1" destOrd="0" presId="urn:microsoft.com/office/officeart/2005/8/layout/bProcess2"/>
    <dgm:cxn modelId="{39566DBF-7A41-8A44-825A-1AF4C94DDAF0}" type="presParOf" srcId="{0A794902-7298-8E47-8170-AFF435CC8226}" destId="{DA728D9E-9AF4-AF4E-B2C3-439D56279ECD}" srcOrd="2" destOrd="0" presId="urn:microsoft.com/office/officeart/2005/8/layout/bProcess2"/>
    <dgm:cxn modelId="{31907085-D99B-584C-A817-DE3252D82B62}" type="presParOf" srcId="{DA728D9E-9AF4-AF4E-B2C3-439D56279ECD}" destId="{A38A8FCC-A6A0-744C-923E-4F8E9E105C97}" srcOrd="0" destOrd="0" presId="urn:microsoft.com/office/officeart/2005/8/layout/bProcess2"/>
    <dgm:cxn modelId="{C7C6820B-6394-FB41-BF37-8B6C6EF9C937}" type="presParOf" srcId="{DA728D9E-9AF4-AF4E-B2C3-439D56279ECD}" destId="{0C4EDB11-CA42-8345-B4A4-8116DC3DC1A7}" srcOrd="1" destOrd="0" presId="urn:microsoft.com/office/officeart/2005/8/layout/bProcess2"/>
    <dgm:cxn modelId="{7FC0E8C7-05F2-6448-A6AF-BE43D4D7916F}" type="presParOf" srcId="{0A794902-7298-8E47-8170-AFF435CC8226}" destId="{B9CB7C29-2DA4-564A-AB3D-CCAB643D05D5}" srcOrd="3" destOrd="0" presId="urn:microsoft.com/office/officeart/2005/8/layout/bProcess2"/>
    <dgm:cxn modelId="{BE068A63-625B-DA48-92C6-DFE5D1991044}" type="presParOf" srcId="{0A794902-7298-8E47-8170-AFF435CC8226}" destId="{54074171-9065-4146-92A4-CA10C8DAFEE4}" srcOrd="4" destOrd="0" presId="urn:microsoft.com/office/officeart/2005/8/layout/bProcess2"/>
    <dgm:cxn modelId="{CFAF6565-82D2-2B48-85DA-63E288288F06}" type="presParOf" srcId="{54074171-9065-4146-92A4-CA10C8DAFEE4}" destId="{042C76ED-40D8-1D49-9959-3F7C7A55B1AC}" srcOrd="0" destOrd="0" presId="urn:microsoft.com/office/officeart/2005/8/layout/bProcess2"/>
    <dgm:cxn modelId="{6892E50E-F22B-E644-A024-89534FBFF8E5}" type="presParOf" srcId="{54074171-9065-4146-92A4-CA10C8DAFEE4}" destId="{0CFFAB4C-B754-1941-BB44-65FEA09E1AE9}" srcOrd="1" destOrd="0" presId="urn:microsoft.com/office/officeart/2005/8/layout/bProcess2"/>
    <dgm:cxn modelId="{16542211-99EB-DC4F-B64A-D31130D863FD}" type="presParOf" srcId="{0A794902-7298-8E47-8170-AFF435CC8226}" destId="{776A3F02-D721-B042-B62A-CAB953DAAEF3}" srcOrd="5" destOrd="0" presId="urn:microsoft.com/office/officeart/2005/8/layout/bProcess2"/>
    <dgm:cxn modelId="{E2316B56-85D7-AA43-9556-E748AA7B474F}" type="presParOf" srcId="{0A794902-7298-8E47-8170-AFF435CC8226}" destId="{7977EDE2-4C86-F640-B2AF-9BB9BF5F0D56}" srcOrd="6" destOrd="0" presId="urn:microsoft.com/office/officeart/2005/8/layout/bProcess2"/>
    <dgm:cxn modelId="{26C55F10-CC79-E545-BAE8-18D7073A3D57}" type="presParOf" srcId="{7977EDE2-4C86-F640-B2AF-9BB9BF5F0D56}" destId="{272472AE-0F94-A44C-BDA6-0CEBA6170717}" srcOrd="0" destOrd="0" presId="urn:microsoft.com/office/officeart/2005/8/layout/bProcess2"/>
    <dgm:cxn modelId="{4047D592-23AA-BA47-B858-8DDF3C95D242}" type="presParOf" srcId="{7977EDE2-4C86-F640-B2AF-9BB9BF5F0D56}" destId="{9E371D57-F959-C740-92A2-5188E685E59B}" srcOrd="1" destOrd="0" presId="urn:microsoft.com/office/officeart/2005/8/layout/bProcess2"/>
    <dgm:cxn modelId="{EC5D3BC9-D3C7-4043-8656-A1A099FE0778}" type="presParOf" srcId="{0A794902-7298-8E47-8170-AFF435CC8226}" destId="{7F31FFDC-737A-7045-8063-F10609D6DEE5}" srcOrd="7" destOrd="0" presId="urn:microsoft.com/office/officeart/2005/8/layout/bProcess2"/>
    <dgm:cxn modelId="{8CDE9992-B84A-4243-B65C-32BA924614A4}" type="presParOf" srcId="{0A794902-7298-8E47-8170-AFF435CC8226}" destId="{D65CA1E1-13C9-9C4C-BD7F-4D8EF02F53FC}" srcOrd="8" destOrd="0" presId="urn:microsoft.com/office/officeart/2005/8/layout/bProcess2"/>
    <dgm:cxn modelId="{5598D587-9CD6-5D45-95D6-7CA52D227776}" type="presParOf" srcId="{D65CA1E1-13C9-9C4C-BD7F-4D8EF02F53FC}" destId="{3CDB83D8-5295-404F-A3A3-B170B5466638}" srcOrd="0" destOrd="0" presId="urn:microsoft.com/office/officeart/2005/8/layout/bProcess2"/>
    <dgm:cxn modelId="{ED7D8996-E94F-EA43-B08C-C1EC7E6BDB37}" type="presParOf" srcId="{D65CA1E1-13C9-9C4C-BD7F-4D8EF02F53FC}" destId="{A24FF580-CDCB-BB4A-A5D2-71900DBD7F54}" srcOrd="1" destOrd="0" presId="urn:microsoft.com/office/officeart/2005/8/layout/bProcess2"/>
    <dgm:cxn modelId="{F4AE64B0-F086-284C-A317-ED30A74761FA}" type="presParOf" srcId="{0A794902-7298-8E47-8170-AFF435CC8226}" destId="{E1827D18-96FF-654A-901F-F337DB63B676}" srcOrd="9" destOrd="0" presId="urn:microsoft.com/office/officeart/2005/8/layout/bProcess2"/>
    <dgm:cxn modelId="{33D4D6F0-E2A0-9549-991C-814C85AF7FE0}" type="presParOf" srcId="{0A794902-7298-8E47-8170-AFF435CC8226}" destId="{EF63262E-96B4-794D-A386-1151D68E232A}" srcOrd="10" destOrd="0" presId="urn:microsoft.com/office/officeart/2005/8/layout/bProcess2"/>
    <dgm:cxn modelId="{50151830-DA7A-C248-BAE3-A944F58059CE}" type="presParOf" srcId="{EF63262E-96B4-794D-A386-1151D68E232A}" destId="{8302631D-FEB8-C34F-BA5D-BC4DFFC4DB54}" srcOrd="0" destOrd="0" presId="urn:microsoft.com/office/officeart/2005/8/layout/bProcess2"/>
    <dgm:cxn modelId="{29EBBFBF-627B-F647-B58C-C596F03E60BC}" type="presParOf" srcId="{EF63262E-96B4-794D-A386-1151D68E232A}" destId="{964EB692-632D-5E46-8850-FA34419C7EAB}" srcOrd="1" destOrd="0" presId="urn:microsoft.com/office/officeart/2005/8/layout/bProcess2"/>
    <dgm:cxn modelId="{66EE96FD-CF10-264E-8579-7737D7E4AB9C}" type="presParOf" srcId="{0A794902-7298-8E47-8170-AFF435CC8226}" destId="{0FBA8E37-8697-464C-985D-A5A5ACD2A47A}" srcOrd="11" destOrd="0" presId="urn:microsoft.com/office/officeart/2005/8/layout/bProcess2"/>
    <dgm:cxn modelId="{5CAFEA70-0EE9-DA45-8D77-6278B4FA10A2}" type="presParOf" srcId="{0A794902-7298-8E47-8170-AFF435CC8226}" destId="{12096BFE-A34A-CF45-82ED-F73090E966C0}" srcOrd="12" destOrd="0" presId="urn:microsoft.com/office/officeart/2005/8/layout/bProcess2"/>
    <dgm:cxn modelId="{E29A5579-9B8A-A14D-8848-F99602515E29}" type="presParOf" srcId="{12096BFE-A34A-CF45-82ED-F73090E966C0}" destId="{4B9C31C5-BDB6-7E4C-B679-3C4633401846}" srcOrd="0" destOrd="0" presId="urn:microsoft.com/office/officeart/2005/8/layout/bProcess2"/>
    <dgm:cxn modelId="{75C4D836-FBB0-EE48-8E56-1A411EB24652}" type="presParOf" srcId="{12096BFE-A34A-CF45-82ED-F73090E966C0}" destId="{CD2EE736-E7EF-104C-B187-CD0627AF9343}" srcOrd="1" destOrd="0" presId="urn:microsoft.com/office/officeart/2005/8/layout/bProcess2"/>
    <dgm:cxn modelId="{A5BB49AB-CAF7-6C47-B4E2-CB94CD9EEBC4}" type="presParOf" srcId="{0A794902-7298-8E47-8170-AFF435CC8226}" destId="{8276337B-3CE9-0546-80BD-505CCE4800AD}" srcOrd="13" destOrd="0" presId="urn:microsoft.com/office/officeart/2005/8/layout/bProcess2"/>
    <dgm:cxn modelId="{7D658ABD-B174-0C4A-8DAA-FB5830D95E18}" type="presParOf" srcId="{0A794902-7298-8E47-8170-AFF435CC8226}" destId="{DE8B26B0-C9D5-9F40-8412-A36E6C2DD07A}" srcOrd="14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5B064F-600C-3C4F-B94A-83BEDD396D9D}" type="doc">
      <dgm:prSet loTypeId="urn:microsoft.com/office/officeart/2005/8/layout/bProcess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C4C4056-37B5-654A-BA8A-4F549E641124}">
      <dgm:prSet phldrT="[Text]"/>
      <dgm:spPr/>
      <dgm:t>
        <a:bodyPr/>
        <a:lstStyle/>
        <a:p>
          <a:r>
            <a:rPr lang="en-GB" dirty="0"/>
            <a:t>PubMed Query (133 results)</a:t>
          </a:r>
        </a:p>
      </dgm:t>
    </dgm:pt>
    <dgm:pt modelId="{B9557540-8DB6-5C49-91CB-835CA0666968}" type="parTrans" cxnId="{39A50DCA-BA3A-A34D-81D0-7465D9BF45C0}">
      <dgm:prSet/>
      <dgm:spPr/>
      <dgm:t>
        <a:bodyPr/>
        <a:lstStyle/>
        <a:p>
          <a:endParaRPr lang="en-GB"/>
        </a:p>
      </dgm:t>
    </dgm:pt>
    <dgm:pt modelId="{8099B6FA-299B-0D42-BC80-3CB31028A64F}" type="sibTrans" cxnId="{39A50DCA-BA3A-A34D-81D0-7465D9BF45C0}">
      <dgm:prSet/>
      <dgm:spPr/>
      <dgm:t>
        <a:bodyPr/>
        <a:lstStyle/>
        <a:p>
          <a:endParaRPr lang="en-GB"/>
        </a:p>
      </dgm:t>
    </dgm:pt>
    <dgm:pt modelId="{97608FDB-AE26-454A-A705-54BD880791AE}">
      <dgm:prSet phldrT="[Text]"/>
      <dgm:spPr/>
      <dgm:t>
        <a:bodyPr/>
        <a:lstStyle/>
        <a:p>
          <a:r>
            <a:rPr lang="en-GB" dirty="0"/>
            <a:t>Export to *.</a:t>
          </a:r>
          <a:r>
            <a:rPr lang="en-GB" dirty="0" err="1"/>
            <a:t>nbib</a:t>
          </a:r>
          <a:endParaRPr lang="en-GB" dirty="0"/>
        </a:p>
      </dgm:t>
    </dgm:pt>
    <dgm:pt modelId="{F8C5B041-572E-C34D-9A1D-2A2672CF527E}" type="parTrans" cxnId="{4B3CA247-EC73-2C49-AA38-B541F83A0DC0}">
      <dgm:prSet/>
      <dgm:spPr/>
      <dgm:t>
        <a:bodyPr/>
        <a:lstStyle/>
        <a:p>
          <a:endParaRPr lang="en-GB"/>
        </a:p>
      </dgm:t>
    </dgm:pt>
    <dgm:pt modelId="{37942C8F-BC00-FE43-BBD6-3092869C1645}" type="sibTrans" cxnId="{4B3CA247-EC73-2C49-AA38-B541F83A0DC0}">
      <dgm:prSet/>
      <dgm:spPr/>
      <dgm:t>
        <a:bodyPr/>
        <a:lstStyle/>
        <a:p>
          <a:endParaRPr lang="en-GB"/>
        </a:p>
      </dgm:t>
    </dgm:pt>
    <dgm:pt modelId="{E4678FF1-FE3E-404B-A36A-321F84C70BCB}">
      <dgm:prSet phldrT="[Text]"/>
      <dgm:spPr/>
      <dgm:t>
        <a:bodyPr/>
        <a:lstStyle/>
        <a:p>
          <a:r>
            <a:rPr lang="en-GB" dirty="0"/>
            <a:t>Conversion to RIS</a:t>
          </a:r>
        </a:p>
      </dgm:t>
    </dgm:pt>
    <dgm:pt modelId="{E6A537E8-4307-AD48-88D2-EC898D6E987D}" type="parTrans" cxnId="{6F83D08B-985F-8947-9696-C0B0B0E495FE}">
      <dgm:prSet/>
      <dgm:spPr/>
      <dgm:t>
        <a:bodyPr/>
        <a:lstStyle/>
        <a:p>
          <a:endParaRPr lang="en-GB"/>
        </a:p>
      </dgm:t>
    </dgm:pt>
    <dgm:pt modelId="{9077186F-8474-2741-9EE6-D24B5D944093}" type="sibTrans" cxnId="{6F83D08B-985F-8947-9696-C0B0B0E495FE}">
      <dgm:prSet/>
      <dgm:spPr/>
      <dgm:t>
        <a:bodyPr/>
        <a:lstStyle/>
        <a:p>
          <a:endParaRPr lang="en-GB"/>
        </a:p>
      </dgm:t>
    </dgm:pt>
    <dgm:pt modelId="{405D10F0-3F84-5B45-91CB-324C40C44AA5}">
      <dgm:prSet phldrT="[Text]"/>
      <dgm:spPr/>
      <dgm:t>
        <a:bodyPr/>
        <a:lstStyle/>
        <a:p>
          <a:r>
            <a:rPr lang="en-GB" dirty="0"/>
            <a:t>Visualisation with </a:t>
          </a:r>
          <a:r>
            <a:rPr lang="en-GB" dirty="0" err="1"/>
            <a:t>VOSviewer</a:t>
          </a:r>
          <a:endParaRPr lang="en-GB" dirty="0"/>
        </a:p>
      </dgm:t>
    </dgm:pt>
    <dgm:pt modelId="{82C8A285-80B1-F946-986F-CC60DBD4D92D}" type="parTrans" cxnId="{0DD98516-85F8-B54C-9829-0C70C13306CF}">
      <dgm:prSet/>
      <dgm:spPr/>
      <dgm:t>
        <a:bodyPr/>
        <a:lstStyle/>
        <a:p>
          <a:endParaRPr lang="en-GB"/>
        </a:p>
      </dgm:t>
    </dgm:pt>
    <dgm:pt modelId="{EAEC3CAD-11D9-344E-9DC2-C0A88FD4E59E}" type="sibTrans" cxnId="{0DD98516-85F8-B54C-9829-0C70C13306CF}">
      <dgm:prSet/>
      <dgm:spPr/>
      <dgm:t>
        <a:bodyPr/>
        <a:lstStyle/>
        <a:p>
          <a:endParaRPr lang="en-GB"/>
        </a:p>
      </dgm:t>
    </dgm:pt>
    <dgm:pt modelId="{20D141A2-0382-094A-9C71-B877F8BEBA93}">
      <dgm:prSet phldrT="[Text]"/>
      <dgm:spPr/>
      <dgm:t>
        <a:bodyPr/>
        <a:lstStyle/>
        <a:p>
          <a:r>
            <a:rPr lang="en-GB" dirty="0"/>
            <a:t>Data cleaning and trimming with python</a:t>
          </a:r>
        </a:p>
      </dgm:t>
    </dgm:pt>
    <dgm:pt modelId="{E6E0BD8C-CEE4-BB48-A0F1-54CE9F84EF10}" type="parTrans" cxnId="{6DBB8D82-E61A-A043-82A2-3C3079BC2D1E}">
      <dgm:prSet/>
      <dgm:spPr/>
      <dgm:t>
        <a:bodyPr/>
        <a:lstStyle/>
        <a:p>
          <a:endParaRPr lang="en-GB"/>
        </a:p>
      </dgm:t>
    </dgm:pt>
    <dgm:pt modelId="{6D7F4728-626C-6F4C-9DEA-2EFCDD37CFFB}" type="sibTrans" cxnId="{6DBB8D82-E61A-A043-82A2-3C3079BC2D1E}">
      <dgm:prSet/>
      <dgm:spPr/>
      <dgm:t>
        <a:bodyPr/>
        <a:lstStyle/>
        <a:p>
          <a:endParaRPr lang="en-GB"/>
        </a:p>
      </dgm:t>
    </dgm:pt>
    <dgm:pt modelId="{7D13E856-EC3A-C242-A600-C610C5F8AB26}">
      <dgm:prSet phldrT="[Text]"/>
      <dgm:spPr/>
      <dgm:t>
        <a:bodyPr/>
        <a:lstStyle/>
        <a:p>
          <a:r>
            <a:rPr lang="en-GB" dirty="0"/>
            <a:t>Title and Abstract analysis</a:t>
          </a:r>
        </a:p>
      </dgm:t>
    </dgm:pt>
    <dgm:pt modelId="{843F53F0-DFF0-0F45-8568-EC7152A1EB30}" type="parTrans" cxnId="{0F60988A-E4AE-EF40-B8AE-9166AA1FF8A5}">
      <dgm:prSet/>
      <dgm:spPr/>
      <dgm:t>
        <a:bodyPr/>
        <a:lstStyle/>
        <a:p>
          <a:endParaRPr lang="en-GB"/>
        </a:p>
      </dgm:t>
    </dgm:pt>
    <dgm:pt modelId="{406AF7FD-8A2B-684E-8681-0C9C888839AB}" type="sibTrans" cxnId="{0F60988A-E4AE-EF40-B8AE-9166AA1FF8A5}">
      <dgm:prSet/>
      <dgm:spPr/>
      <dgm:t>
        <a:bodyPr/>
        <a:lstStyle/>
        <a:p>
          <a:endParaRPr lang="en-GB"/>
        </a:p>
      </dgm:t>
    </dgm:pt>
    <dgm:pt modelId="{26A056E6-6C47-5449-9AE8-2F02FBB6C474}">
      <dgm:prSet phldrT="[Text]"/>
      <dgm:spPr/>
      <dgm:t>
        <a:bodyPr/>
        <a:lstStyle/>
        <a:p>
          <a:r>
            <a:rPr lang="en-GB" dirty="0"/>
            <a:t>TF IDF based Clustering technique (K means)</a:t>
          </a:r>
        </a:p>
      </dgm:t>
    </dgm:pt>
    <dgm:pt modelId="{7940BA61-E483-E84D-B2C0-BEC6F5C7D6F1}" type="parTrans" cxnId="{B61D9FC1-B0BA-AF4C-9A46-75FB0A93407C}">
      <dgm:prSet/>
      <dgm:spPr/>
      <dgm:t>
        <a:bodyPr/>
        <a:lstStyle/>
        <a:p>
          <a:endParaRPr lang="en-GB"/>
        </a:p>
      </dgm:t>
    </dgm:pt>
    <dgm:pt modelId="{8F525DAF-8929-C843-92EA-BA878DA0B274}" type="sibTrans" cxnId="{B61D9FC1-B0BA-AF4C-9A46-75FB0A93407C}">
      <dgm:prSet/>
      <dgm:spPr/>
      <dgm:t>
        <a:bodyPr/>
        <a:lstStyle/>
        <a:p>
          <a:endParaRPr lang="en-GB"/>
        </a:p>
      </dgm:t>
    </dgm:pt>
    <dgm:pt modelId="{8C00F24F-BE09-244B-9162-2FE659BDC3AF}">
      <dgm:prSet phldrT="[Text]"/>
      <dgm:spPr/>
      <dgm:t>
        <a:bodyPr/>
        <a:lstStyle/>
        <a:p>
          <a:r>
            <a:rPr lang="en-GB" dirty="0"/>
            <a:t>Export of the most important clusters</a:t>
          </a:r>
        </a:p>
      </dgm:t>
    </dgm:pt>
    <dgm:pt modelId="{5C5ECB17-562B-024C-97F9-BED1ACF850C9}" type="parTrans" cxnId="{E9EC0564-6DA7-424A-8A8B-028F44EB8413}">
      <dgm:prSet/>
      <dgm:spPr/>
      <dgm:t>
        <a:bodyPr/>
        <a:lstStyle/>
        <a:p>
          <a:endParaRPr lang="en-GB"/>
        </a:p>
      </dgm:t>
    </dgm:pt>
    <dgm:pt modelId="{C90AA44C-5C0E-6F4A-9CF2-61B2C8A47D9C}" type="sibTrans" cxnId="{E9EC0564-6DA7-424A-8A8B-028F44EB8413}">
      <dgm:prSet/>
      <dgm:spPr/>
      <dgm:t>
        <a:bodyPr/>
        <a:lstStyle/>
        <a:p>
          <a:endParaRPr lang="en-GB"/>
        </a:p>
      </dgm:t>
    </dgm:pt>
    <dgm:pt modelId="{0A794902-7298-8E47-8170-AFF435CC8226}" type="pres">
      <dgm:prSet presAssocID="{9D5B064F-600C-3C4F-B94A-83BEDD396D9D}" presName="diagram" presStyleCnt="0">
        <dgm:presLayoutVars>
          <dgm:dir/>
          <dgm:resizeHandles/>
        </dgm:presLayoutVars>
      </dgm:prSet>
      <dgm:spPr/>
    </dgm:pt>
    <dgm:pt modelId="{E0823A5C-2D20-4640-91AB-BCE184D1DC86}" type="pres">
      <dgm:prSet presAssocID="{CC4C4056-37B5-654A-BA8A-4F549E641124}" presName="firstNode" presStyleLbl="node1" presStyleIdx="0" presStyleCnt="8">
        <dgm:presLayoutVars>
          <dgm:bulletEnabled val="1"/>
        </dgm:presLayoutVars>
      </dgm:prSet>
      <dgm:spPr/>
    </dgm:pt>
    <dgm:pt modelId="{23ACCAE3-12B0-2346-9F9B-6CCDFD52F3DE}" type="pres">
      <dgm:prSet presAssocID="{8099B6FA-299B-0D42-BC80-3CB31028A64F}" presName="sibTrans" presStyleLbl="sibTrans2D1" presStyleIdx="0" presStyleCnt="7"/>
      <dgm:spPr/>
    </dgm:pt>
    <dgm:pt modelId="{DA728D9E-9AF4-AF4E-B2C3-439D56279ECD}" type="pres">
      <dgm:prSet presAssocID="{97608FDB-AE26-454A-A705-54BD880791AE}" presName="middleNode" presStyleCnt="0"/>
      <dgm:spPr/>
    </dgm:pt>
    <dgm:pt modelId="{A38A8FCC-A6A0-744C-923E-4F8E9E105C97}" type="pres">
      <dgm:prSet presAssocID="{97608FDB-AE26-454A-A705-54BD880791AE}" presName="padding" presStyleLbl="node1" presStyleIdx="0" presStyleCnt="8"/>
      <dgm:spPr/>
    </dgm:pt>
    <dgm:pt modelId="{0C4EDB11-CA42-8345-B4A4-8116DC3DC1A7}" type="pres">
      <dgm:prSet presAssocID="{97608FDB-AE26-454A-A705-54BD880791AE}" presName="shape" presStyleLbl="node1" presStyleIdx="1" presStyleCnt="8">
        <dgm:presLayoutVars>
          <dgm:bulletEnabled val="1"/>
        </dgm:presLayoutVars>
      </dgm:prSet>
      <dgm:spPr/>
    </dgm:pt>
    <dgm:pt modelId="{B9CB7C29-2DA4-564A-AB3D-CCAB643D05D5}" type="pres">
      <dgm:prSet presAssocID="{37942C8F-BC00-FE43-BBD6-3092869C1645}" presName="sibTrans" presStyleLbl="sibTrans2D1" presStyleIdx="1" presStyleCnt="7"/>
      <dgm:spPr/>
    </dgm:pt>
    <dgm:pt modelId="{54074171-9065-4146-92A4-CA10C8DAFEE4}" type="pres">
      <dgm:prSet presAssocID="{E4678FF1-FE3E-404B-A36A-321F84C70BCB}" presName="middleNode" presStyleCnt="0"/>
      <dgm:spPr/>
    </dgm:pt>
    <dgm:pt modelId="{042C76ED-40D8-1D49-9959-3F7C7A55B1AC}" type="pres">
      <dgm:prSet presAssocID="{E4678FF1-FE3E-404B-A36A-321F84C70BCB}" presName="padding" presStyleLbl="node1" presStyleIdx="1" presStyleCnt="8"/>
      <dgm:spPr/>
    </dgm:pt>
    <dgm:pt modelId="{0CFFAB4C-B754-1941-BB44-65FEA09E1AE9}" type="pres">
      <dgm:prSet presAssocID="{E4678FF1-FE3E-404B-A36A-321F84C70BCB}" presName="shape" presStyleLbl="node1" presStyleIdx="2" presStyleCnt="8">
        <dgm:presLayoutVars>
          <dgm:bulletEnabled val="1"/>
        </dgm:presLayoutVars>
      </dgm:prSet>
      <dgm:spPr/>
    </dgm:pt>
    <dgm:pt modelId="{776A3F02-D721-B042-B62A-CAB953DAAEF3}" type="pres">
      <dgm:prSet presAssocID="{9077186F-8474-2741-9EE6-D24B5D944093}" presName="sibTrans" presStyleLbl="sibTrans2D1" presStyleIdx="2" presStyleCnt="7"/>
      <dgm:spPr/>
    </dgm:pt>
    <dgm:pt modelId="{7977EDE2-4C86-F640-B2AF-9BB9BF5F0D56}" type="pres">
      <dgm:prSet presAssocID="{405D10F0-3F84-5B45-91CB-324C40C44AA5}" presName="middleNode" presStyleCnt="0"/>
      <dgm:spPr/>
    </dgm:pt>
    <dgm:pt modelId="{272472AE-0F94-A44C-BDA6-0CEBA6170717}" type="pres">
      <dgm:prSet presAssocID="{405D10F0-3F84-5B45-91CB-324C40C44AA5}" presName="padding" presStyleLbl="node1" presStyleIdx="2" presStyleCnt="8"/>
      <dgm:spPr/>
    </dgm:pt>
    <dgm:pt modelId="{9E371D57-F959-C740-92A2-5188E685E59B}" type="pres">
      <dgm:prSet presAssocID="{405D10F0-3F84-5B45-91CB-324C40C44AA5}" presName="shape" presStyleLbl="node1" presStyleIdx="3" presStyleCnt="8">
        <dgm:presLayoutVars>
          <dgm:bulletEnabled val="1"/>
        </dgm:presLayoutVars>
      </dgm:prSet>
      <dgm:spPr/>
    </dgm:pt>
    <dgm:pt modelId="{7F31FFDC-737A-7045-8063-F10609D6DEE5}" type="pres">
      <dgm:prSet presAssocID="{EAEC3CAD-11D9-344E-9DC2-C0A88FD4E59E}" presName="sibTrans" presStyleLbl="sibTrans2D1" presStyleIdx="3" presStyleCnt="7"/>
      <dgm:spPr/>
    </dgm:pt>
    <dgm:pt modelId="{D65CA1E1-13C9-9C4C-BD7F-4D8EF02F53FC}" type="pres">
      <dgm:prSet presAssocID="{20D141A2-0382-094A-9C71-B877F8BEBA93}" presName="middleNode" presStyleCnt="0"/>
      <dgm:spPr/>
    </dgm:pt>
    <dgm:pt modelId="{3CDB83D8-5295-404F-A3A3-B170B5466638}" type="pres">
      <dgm:prSet presAssocID="{20D141A2-0382-094A-9C71-B877F8BEBA93}" presName="padding" presStyleLbl="node1" presStyleIdx="3" presStyleCnt="8"/>
      <dgm:spPr/>
    </dgm:pt>
    <dgm:pt modelId="{A24FF580-CDCB-BB4A-A5D2-71900DBD7F54}" type="pres">
      <dgm:prSet presAssocID="{20D141A2-0382-094A-9C71-B877F8BEBA93}" presName="shape" presStyleLbl="node1" presStyleIdx="4" presStyleCnt="8">
        <dgm:presLayoutVars>
          <dgm:bulletEnabled val="1"/>
        </dgm:presLayoutVars>
      </dgm:prSet>
      <dgm:spPr/>
    </dgm:pt>
    <dgm:pt modelId="{E1827D18-96FF-654A-901F-F337DB63B676}" type="pres">
      <dgm:prSet presAssocID="{6D7F4728-626C-6F4C-9DEA-2EFCDD37CFFB}" presName="sibTrans" presStyleLbl="sibTrans2D1" presStyleIdx="4" presStyleCnt="7"/>
      <dgm:spPr/>
    </dgm:pt>
    <dgm:pt modelId="{EF63262E-96B4-794D-A386-1151D68E232A}" type="pres">
      <dgm:prSet presAssocID="{7D13E856-EC3A-C242-A600-C610C5F8AB26}" presName="middleNode" presStyleCnt="0"/>
      <dgm:spPr/>
    </dgm:pt>
    <dgm:pt modelId="{8302631D-FEB8-C34F-BA5D-BC4DFFC4DB54}" type="pres">
      <dgm:prSet presAssocID="{7D13E856-EC3A-C242-A600-C610C5F8AB26}" presName="padding" presStyleLbl="node1" presStyleIdx="4" presStyleCnt="8"/>
      <dgm:spPr/>
    </dgm:pt>
    <dgm:pt modelId="{964EB692-632D-5E46-8850-FA34419C7EAB}" type="pres">
      <dgm:prSet presAssocID="{7D13E856-EC3A-C242-A600-C610C5F8AB26}" presName="shape" presStyleLbl="node1" presStyleIdx="5" presStyleCnt="8">
        <dgm:presLayoutVars>
          <dgm:bulletEnabled val="1"/>
        </dgm:presLayoutVars>
      </dgm:prSet>
      <dgm:spPr/>
    </dgm:pt>
    <dgm:pt modelId="{0FBA8E37-8697-464C-985D-A5A5ACD2A47A}" type="pres">
      <dgm:prSet presAssocID="{406AF7FD-8A2B-684E-8681-0C9C888839AB}" presName="sibTrans" presStyleLbl="sibTrans2D1" presStyleIdx="5" presStyleCnt="7"/>
      <dgm:spPr/>
    </dgm:pt>
    <dgm:pt modelId="{12096BFE-A34A-CF45-82ED-F73090E966C0}" type="pres">
      <dgm:prSet presAssocID="{26A056E6-6C47-5449-9AE8-2F02FBB6C474}" presName="middleNode" presStyleCnt="0"/>
      <dgm:spPr/>
    </dgm:pt>
    <dgm:pt modelId="{4B9C31C5-BDB6-7E4C-B679-3C4633401846}" type="pres">
      <dgm:prSet presAssocID="{26A056E6-6C47-5449-9AE8-2F02FBB6C474}" presName="padding" presStyleLbl="node1" presStyleIdx="5" presStyleCnt="8"/>
      <dgm:spPr/>
    </dgm:pt>
    <dgm:pt modelId="{CD2EE736-E7EF-104C-B187-CD0627AF9343}" type="pres">
      <dgm:prSet presAssocID="{26A056E6-6C47-5449-9AE8-2F02FBB6C474}" presName="shape" presStyleLbl="node1" presStyleIdx="6" presStyleCnt="8">
        <dgm:presLayoutVars>
          <dgm:bulletEnabled val="1"/>
        </dgm:presLayoutVars>
      </dgm:prSet>
      <dgm:spPr/>
    </dgm:pt>
    <dgm:pt modelId="{8276337B-3CE9-0546-80BD-505CCE4800AD}" type="pres">
      <dgm:prSet presAssocID="{8F525DAF-8929-C843-92EA-BA878DA0B274}" presName="sibTrans" presStyleLbl="sibTrans2D1" presStyleIdx="6" presStyleCnt="7"/>
      <dgm:spPr/>
    </dgm:pt>
    <dgm:pt modelId="{DE8B26B0-C9D5-9F40-8412-A36E6C2DD07A}" type="pres">
      <dgm:prSet presAssocID="{8C00F24F-BE09-244B-9162-2FE659BDC3AF}" presName="lastNode" presStyleLbl="node1" presStyleIdx="7" presStyleCnt="8">
        <dgm:presLayoutVars>
          <dgm:bulletEnabled val="1"/>
        </dgm:presLayoutVars>
      </dgm:prSet>
      <dgm:spPr/>
    </dgm:pt>
  </dgm:ptLst>
  <dgm:cxnLst>
    <dgm:cxn modelId="{08DA4901-030B-694E-AA31-2FDD1B621C99}" type="presOf" srcId="{8C00F24F-BE09-244B-9162-2FE659BDC3AF}" destId="{DE8B26B0-C9D5-9F40-8412-A36E6C2DD07A}" srcOrd="0" destOrd="0" presId="urn:microsoft.com/office/officeart/2005/8/layout/bProcess2"/>
    <dgm:cxn modelId="{C441BF0E-A7D0-F941-97C0-76B6AA0DDE9C}" type="presOf" srcId="{8099B6FA-299B-0D42-BC80-3CB31028A64F}" destId="{23ACCAE3-12B0-2346-9F9B-6CCDFD52F3DE}" srcOrd="0" destOrd="0" presId="urn:microsoft.com/office/officeart/2005/8/layout/bProcess2"/>
    <dgm:cxn modelId="{0DD98516-85F8-B54C-9829-0C70C13306CF}" srcId="{9D5B064F-600C-3C4F-B94A-83BEDD396D9D}" destId="{405D10F0-3F84-5B45-91CB-324C40C44AA5}" srcOrd="3" destOrd="0" parTransId="{82C8A285-80B1-F946-986F-CC60DBD4D92D}" sibTransId="{EAEC3CAD-11D9-344E-9DC2-C0A88FD4E59E}"/>
    <dgm:cxn modelId="{FD34AA17-B8FC-AE4B-9761-2A2194401E9B}" type="presOf" srcId="{6D7F4728-626C-6F4C-9DEA-2EFCDD37CFFB}" destId="{E1827D18-96FF-654A-901F-F337DB63B676}" srcOrd="0" destOrd="0" presId="urn:microsoft.com/office/officeart/2005/8/layout/bProcess2"/>
    <dgm:cxn modelId="{901A351F-05FE-9A44-AF7A-1B0285571797}" type="presOf" srcId="{E4678FF1-FE3E-404B-A36A-321F84C70BCB}" destId="{0CFFAB4C-B754-1941-BB44-65FEA09E1AE9}" srcOrd="0" destOrd="0" presId="urn:microsoft.com/office/officeart/2005/8/layout/bProcess2"/>
    <dgm:cxn modelId="{4B3CA247-EC73-2C49-AA38-B541F83A0DC0}" srcId="{9D5B064F-600C-3C4F-B94A-83BEDD396D9D}" destId="{97608FDB-AE26-454A-A705-54BD880791AE}" srcOrd="1" destOrd="0" parTransId="{F8C5B041-572E-C34D-9A1D-2A2672CF527E}" sibTransId="{37942C8F-BC00-FE43-BBD6-3092869C1645}"/>
    <dgm:cxn modelId="{85BA704C-9225-CE48-8748-611E2F29D692}" type="presOf" srcId="{CC4C4056-37B5-654A-BA8A-4F549E641124}" destId="{E0823A5C-2D20-4640-91AB-BCE184D1DC86}" srcOrd="0" destOrd="0" presId="urn:microsoft.com/office/officeart/2005/8/layout/bProcess2"/>
    <dgm:cxn modelId="{E9EC0564-6DA7-424A-8A8B-028F44EB8413}" srcId="{9D5B064F-600C-3C4F-B94A-83BEDD396D9D}" destId="{8C00F24F-BE09-244B-9162-2FE659BDC3AF}" srcOrd="7" destOrd="0" parTransId="{5C5ECB17-562B-024C-97F9-BED1ACF850C9}" sibTransId="{C90AA44C-5C0E-6F4A-9CF2-61B2C8A47D9C}"/>
    <dgm:cxn modelId="{F1111D74-F4A8-D649-B0AC-8CE0359DC1AC}" type="presOf" srcId="{9077186F-8474-2741-9EE6-D24B5D944093}" destId="{776A3F02-D721-B042-B62A-CAB953DAAEF3}" srcOrd="0" destOrd="0" presId="urn:microsoft.com/office/officeart/2005/8/layout/bProcess2"/>
    <dgm:cxn modelId="{6DBB8D82-E61A-A043-82A2-3C3079BC2D1E}" srcId="{9D5B064F-600C-3C4F-B94A-83BEDD396D9D}" destId="{20D141A2-0382-094A-9C71-B877F8BEBA93}" srcOrd="4" destOrd="0" parTransId="{E6E0BD8C-CEE4-BB48-A0F1-54CE9F84EF10}" sibTransId="{6D7F4728-626C-6F4C-9DEA-2EFCDD37CFFB}"/>
    <dgm:cxn modelId="{0F60988A-E4AE-EF40-B8AE-9166AA1FF8A5}" srcId="{9D5B064F-600C-3C4F-B94A-83BEDD396D9D}" destId="{7D13E856-EC3A-C242-A600-C610C5F8AB26}" srcOrd="5" destOrd="0" parTransId="{843F53F0-DFF0-0F45-8568-EC7152A1EB30}" sibTransId="{406AF7FD-8A2B-684E-8681-0C9C888839AB}"/>
    <dgm:cxn modelId="{6F83D08B-985F-8947-9696-C0B0B0E495FE}" srcId="{9D5B064F-600C-3C4F-B94A-83BEDD396D9D}" destId="{E4678FF1-FE3E-404B-A36A-321F84C70BCB}" srcOrd="2" destOrd="0" parTransId="{E6A537E8-4307-AD48-88D2-EC898D6E987D}" sibTransId="{9077186F-8474-2741-9EE6-D24B5D944093}"/>
    <dgm:cxn modelId="{52497696-CC05-BA4B-9C70-F49439B08D14}" type="presOf" srcId="{9D5B064F-600C-3C4F-B94A-83BEDD396D9D}" destId="{0A794902-7298-8E47-8170-AFF435CC8226}" srcOrd="0" destOrd="0" presId="urn:microsoft.com/office/officeart/2005/8/layout/bProcess2"/>
    <dgm:cxn modelId="{BA0BC5AC-8A15-8F4B-89C6-D4EB2989B6BE}" type="presOf" srcId="{7D13E856-EC3A-C242-A600-C610C5F8AB26}" destId="{964EB692-632D-5E46-8850-FA34419C7EAB}" srcOrd="0" destOrd="0" presId="urn:microsoft.com/office/officeart/2005/8/layout/bProcess2"/>
    <dgm:cxn modelId="{B1117CAF-FC61-E541-BC7B-16069CA040AE}" type="presOf" srcId="{97608FDB-AE26-454A-A705-54BD880791AE}" destId="{0C4EDB11-CA42-8345-B4A4-8116DC3DC1A7}" srcOrd="0" destOrd="0" presId="urn:microsoft.com/office/officeart/2005/8/layout/bProcess2"/>
    <dgm:cxn modelId="{DBF75CB9-AC10-1F44-913D-F5629011D0E1}" type="presOf" srcId="{8F525DAF-8929-C843-92EA-BA878DA0B274}" destId="{8276337B-3CE9-0546-80BD-505CCE4800AD}" srcOrd="0" destOrd="0" presId="urn:microsoft.com/office/officeart/2005/8/layout/bProcess2"/>
    <dgm:cxn modelId="{B61D9FC1-B0BA-AF4C-9A46-75FB0A93407C}" srcId="{9D5B064F-600C-3C4F-B94A-83BEDD396D9D}" destId="{26A056E6-6C47-5449-9AE8-2F02FBB6C474}" srcOrd="6" destOrd="0" parTransId="{7940BA61-E483-E84D-B2C0-BEC6F5C7D6F1}" sibTransId="{8F525DAF-8929-C843-92EA-BA878DA0B274}"/>
    <dgm:cxn modelId="{B6F07CC2-2FB7-684F-BDA4-FD6236455BA1}" type="presOf" srcId="{20D141A2-0382-094A-9C71-B877F8BEBA93}" destId="{A24FF580-CDCB-BB4A-A5D2-71900DBD7F54}" srcOrd="0" destOrd="0" presId="urn:microsoft.com/office/officeart/2005/8/layout/bProcess2"/>
    <dgm:cxn modelId="{0FE81EC3-4DBD-444E-A11D-EE495E4B3AF4}" type="presOf" srcId="{EAEC3CAD-11D9-344E-9DC2-C0A88FD4E59E}" destId="{7F31FFDC-737A-7045-8063-F10609D6DEE5}" srcOrd="0" destOrd="0" presId="urn:microsoft.com/office/officeart/2005/8/layout/bProcess2"/>
    <dgm:cxn modelId="{39A50DCA-BA3A-A34D-81D0-7465D9BF45C0}" srcId="{9D5B064F-600C-3C4F-B94A-83BEDD396D9D}" destId="{CC4C4056-37B5-654A-BA8A-4F549E641124}" srcOrd="0" destOrd="0" parTransId="{B9557540-8DB6-5C49-91CB-835CA0666968}" sibTransId="{8099B6FA-299B-0D42-BC80-3CB31028A64F}"/>
    <dgm:cxn modelId="{6F963ED8-6416-AD40-86BC-1B63539F6527}" type="presOf" srcId="{37942C8F-BC00-FE43-BBD6-3092869C1645}" destId="{B9CB7C29-2DA4-564A-AB3D-CCAB643D05D5}" srcOrd="0" destOrd="0" presId="urn:microsoft.com/office/officeart/2005/8/layout/bProcess2"/>
    <dgm:cxn modelId="{A83858DD-3444-F341-BEBC-7BCAC6247C8C}" type="presOf" srcId="{26A056E6-6C47-5449-9AE8-2F02FBB6C474}" destId="{CD2EE736-E7EF-104C-B187-CD0627AF9343}" srcOrd="0" destOrd="0" presId="urn:microsoft.com/office/officeart/2005/8/layout/bProcess2"/>
    <dgm:cxn modelId="{C1B401E0-D034-5140-9E89-B815ABD26223}" type="presOf" srcId="{405D10F0-3F84-5B45-91CB-324C40C44AA5}" destId="{9E371D57-F959-C740-92A2-5188E685E59B}" srcOrd="0" destOrd="0" presId="urn:microsoft.com/office/officeart/2005/8/layout/bProcess2"/>
    <dgm:cxn modelId="{2ECA9AE6-F5B8-AA41-98FA-C9019CC6359B}" type="presOf" srcId="{406AF7FD-8A2B-684E-8681-0C9C888839AB}" destId="{0FBA8E37-8697-464C-985D-A5A5ACD2A47A}" srcOrd="0" destOrd="0" presId="urn:microsoft.com/office/officeart/2005/8/layout/bProcess2"/>
    <dgm:cxn modelId="{81E3B89F-8995-B540-A117-27AD12BBACA2}" type="presParOf" srcId="{0A794902-7298-8E47-8170-AFF435CC8226}" destId="{E0823A5C-2D20-4640-91AB-BCE184D1DC86}" srcOrd="0" destOrd="0" presId="urn:microsoft.com/office/officeart/2005/8/layout/bProcess2"/>
    <dgm:cxn modelId="{7227BC2A-F6B1-604C-A17F-EA59B87ACF61}" type="presParOf" srcId="{0A794902-7298-8E47-8170-AFF435CC8226}" destId="{23ACCAE3-12B0-2346-9F9B-6CCDFD52F3DE}" srcOrd="1" destOrd="0" presId="urn:microsoft.com/office/officeart/2005/8/layout/bProcess2"/>
    <dgm:cxn modelId="{39566DBF-7A41-8A44-825A-1AF4C94DDAF0}" type="presParOf" srcId="{0A794902-7298-8E47-8170-AFF435CC8226}" destId="{DA728D9E-9AF4-AF4E-B2C3-439D56279ECD}" srcOrd="2" destOrd="0" presId="urn:microsoft.com/office/officeart/2005/8/layout/bProcess2"/>
    <dgm:cxn modelId="{31907085-D99B-584C-A817-DE3252D82B62}" type="presParOf" srcId="{DA728D9E-9AF4-AF4E-B2C3-439D56279ECD}" destId="{A38A8FCC-A6A0-744C-923E-4F8E9E105C97}" srcOrd="0" destOrd="0" presId="urn:microsoft.com/office/officeart/2005/8/layout/bProcess2"/>
    <dgm:cxn modelId="{C7C6820B-6394-FB41-BF37-8B6C6EF9C937}" type="presParOf" srcId="{DA728D9E-9AF4-AF4E-B2C3-439D56279ECD}" destId="{0C4EDB11-CA42-8345-B4A4-8116DC3DC1A7}" srcOrd="1" destOrd="0" presId="urn:microsoft.com/office/officeart/2005/8/layout/bProcess2"/>
    <dgm:cxn modelId="{7FC0E8C7-05F2-6448-A6AF-BE43D4D7916F}" type="presParOf" srcId="{0A794902-7298-8E47-8170-AFF435CC8226}" destId="{B9CB7C29-2DA4-564A-AB3D-CCAB643D05D5}" srcOrd="3" destOrd="0" presId="urn:microsoft.com/office/officeart/2005/8/layout/bProcess2"/>
    <dgm:cxn modelId="{BE068A63-625B-DA48-92C6-DFE5D1991044}" type="presParOf" srcId="{0A794902-7298-8E47-8170-AFF435CC8226}" destId="{54074171-9065-4146-92A4-CA10C8DAFEE4}" srcOrd="4" destOrd="0" presId="urn:microsoft.com/office/officeart/2005/8/layout/bProcess2"/>
    <dgm:cxn modelId="{CFAF6565-82D2-2B48-85DA-63E288288F06}" type="presParOf" srcId="{54074171-9065-4146-92A4-CA10C8DAFEE4}" destId="{042C76ED-40D8-1D49-9959-3F7C7A55B1AC}" srcOrd="0" destOrd="0" presId="urn:microsoft.com/office/officeart/2005/8/layout/bProcess2"/>
    <dgm:cxn modelId="{6892E50E-F22B-E644-A024-89534FBFF8E5}" type="presParOf" srcId="{54074171-9065-4146-92A4-CA10C8DAFEE4}" destId="{0CFFAB4C-B754-1941-BB44-65FEA09E1AE9}" srcOrd="1" destOrd="0" presId="urn:microsoft.com/office/officeart/2005/8/layout/bProcess2"/>
    <dgm:cxn modelId="{16542211-99EB-DC4F-B64A-D31130D863FD}" type="presParOf" srcId="{0A794902-7298-8E47-8170-AFF435CC8226}" destId="{776A3F02-D721-B042-B62A-CAB953DAAEF3}" srcOrd="5" destOrd="0" presId="urn:microsoft.com/office/officeart/2005/8/layout/bProcess2"/>
    <dgm:cxn modelId="{E2316B56-85D7-AA43-9556-E748AA7B474F}" type="presParOf" srcId="{0A794902-7298-8E47-8170-AFF435CC8226}" destId="{7977EDE2-4C86-F640-B2AF-9BB9BF5F0D56}" srcOrd="6" destOrd="0" presId="urn:microsoft.com/office/officeart/2005/8/layout/bProcess2"/>
    <dgm:cxn modelId="{26C55F10-CC79-E545-BAE8-18D7073A3D57}" type="presParOf" srcId="{7977EDE2-4C86-F640-B2AF-9BB9BF5F0D56}" destId="{272472AE-0F94-A44C-BDA6-0CEBA6170717}" srcOrd="0" destOrd="0" presId="urn:microsoft.com/office/officeart/2005/8/layout/bProcess2"/>
    <dgm:cxn modelId="{4047D592-23AA-BA47-B858-8DDF3C95D242}" type="presParOf" srcId="{7977EDE2-4C86-F640-B2AF-9BB9BF5F0D56}" destId="{9E371D57-F959-C740-92A2-5188E685E59B}" srcOrd="1" destOrd="0" presId="urn:microsoft.com/office/officeart/2005/8/layout/bProcess2"/>
    <dgm:cxn modelId="{EC5D3BC9-D3C7-4043-8656-A1A099FE0778}" type="presParOf" srcId="{0A794902-7298-8E47-8170-AFF435CC8226}" destId="{7F31FFDC-737A-7045-8063-F10609D6DEE5}" srcOrd="7" destOrd="0" presId="urn:microsoft.com/office/officeart/2005/8/layout/bProcess2"/>
    <dgm:cxn modelId="{8CDE9992-B84A-4243-B65C-32BA924614A4}" type="presParOf" srcId="{0A794902-7298-8E47-8170-AFF435CC8226}" destId="{D65CA1E1-13C9-9C4C-BD7F-4D8EF02F53FC}" srcOrd="8" destOrd="0" presId="urn:microsoft.com/office/officeart/2005/8/layout/bProcess2"/>
    <dgm:cxn modelId="{5598D587-9CD6-5D45-95D6-7CA52D227776}" type="presParOf" srcId="{D65CA1E1-13C9-9C4C-BD7F-4D8EF02F53FC}" destId="{3CDB83D8-5295-404F-A3A3-B170B5466638}" srcOrd="0" destOrd="0" presId="urn:microsoft.com/office/officeart/2005/8/layout/bProcess2"/>
    <dgm:cxn modelId="{ED7D8996-E94F-EA43-B08C-C1EC7E6BDB37}" type="presParOf" srcId="{D65CA1E1-13C9-9C4C-BD7F-4D8EF02F53FC}" destId="{A24FF580-CDCB-BB4A-A5D2-71900DBD7F54}" srcOrd="1" destOrd="0" presId="urn:microsoft.com/office/officeart/2005/8/layout/bProcess2"/>
    <dgm:cxn modelId="{F4AE64B0-F086-284C-A317-ED30A74761FA}" type="presParOf" srcId="{0A794902-7298-8E47-8170-AFF435CC8226}" destId="{E1827D18-96FF-654A-901F-F337DB63B676}" srcOrd="9" destOrd="0" presId="urn:microsoft.com/office/officeart/2005/8/layout/bProcess2"/>
    <dgm:cxn modelId="{33D4D6F0-E2A0-9549-991C-814C85AF7FE0}" type="presParOf" srcId="{0A794902-7298-8E47-8170-AFF435CC8226}" destId="{EF63262E-96B4-794D-A386-1151D68E232A}" srcOrd="10" destOrd="0" presId="urn:microsoft.com/office/officeart/2005/8/layout/bProcess2"/>
    <dgm:cxn modelId="{50151830-DA7A-C248-BAE3-A944F58059CE}" type="presParOf" srcId="{EF63262E-96B4-794D-A386-1151D68E232A}" destId="{8302631D-FEB8-C34F-BA5D-BC4DFFC4DB54}" srcOrd="0" destOrd="0" presId="urn:microsoft.com/office/officeart/2005/8/layout/bProcess2"/>
    <dgm:cxn modelId="{29EBBFBF-627B-F647-B58C-C596F03E60BC}" type="presParOf" srcId="{EF63262E-96B4-794D-A386-1151D68E232A}" destId="{964EB692-632D-5E46-8850-FA34419C7EAB}" srcOrd="1" destOrd="0" presId="urn:microsoft.com/office/officeart/2005/8/layout/bProcess2"/>
    <dgm:cxn modelId="{66EE96FD-CF10-264E-8579-7737D7E4AB9C}" type="presParOf" srcId="{0A794902-7298-8E47-8170-AFF435CC8226}" destId="{0FBA8E37-8697-464C-985D-A5A5ACD2A47A}" srcOrd="11" destOrd="0" presId="urn:microsoft.com/office/officeart/2005/8/layout/bProcess2"/>
    <dgm:cxn modelId="{5CAFEA70-0EE9-DA45-8D77-6278B4FA10A2}" type="presParOf" srcId="{0A794902-7298-8E47-8170-AFF435CC8226}" destId="{12096BFE-A34A-CF45-82ED-F73090E966C0}" srcOrd="12" destOrd="0" presId="urn:microsoft.com/office/officeart/2005/8/layout/bProcess2"/>
    <dgm:cxn modelId="{E29A5579-9B8A-A14D-8848-F99602515E29}" type="presParOf" srcId="{12096BFE-A34A-CF45-82ED-F73090E966C0}" destId="{4B9C31C5-BDB6-7E4C-B679-3C4633401846}" srcOrd="0" destOrd="0" presId="urn:microsoft.com/office/officeart/2005/8/layout/bProcess2"/>
    <dgm:cxn modelId="{75C4D836-FBB0-EE48-8E56-1A411EB24652}" type="presParOf" srcId="{12096BFE-A34A-CF45-82ED-F73090E966C0}" destId="{CD2EE736-E7EF-104C-B187-CD0627AF9343}" srcOrd="1" destOrd="0" presId="urn:microsoft.com/office/officeart/2005/8/layout/bProcess2"/>
    <dgm:cxn modelId="{A5BB49AB-CAF7-6C47-B4E2-CB94CD9EEBC4}" type="presParOf" srcId="{0A794902-7298-8E47-8170-AFF435CC8226}" destId="{8276337B-3CE9-0546-80BD-505CCE4800AD}" srcOrd="13" destOrd="0" presId="urn:microsoft.com/office/officeart/2005/8/layout/bProcess2"/>
    <dgm:cxn modelId="{7D658ABD-B174-0C4A-8DAA-FB5830D95E18}" type="presParOf" srcId="{0A794902-7298-8E47-8170-AFF435CC8226}" destId="{DE8B26B0-C9D5-9F40-8412-A36E6C2DD07A}" srcOrd="14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D5B064F-600C-3C4F-B94A-83BEDD396D9D}" type="doc">
      <dgm:prSet loTypeId="urn:microsoft.com/office/officeart/2005/8/layout/bProcess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C4C4056-37B5-654A-BA8A-4F549E641124}">
      <dgm:prSet phldrT="[Text]"/>
      <dgm:spPr/>
      <dgm:t>
        <a:bodyPr/>
        <a:lstStyle/>
        <a:p>
          <a:r>
            <a:rPr lang="en-GB" dirty="0"/>
            <a:t>PubMed Query (1320 results)</a:t>
          </a:r>
        </a:p>
      </dgm:t>
    </dgm:pt>
    <dgm:pt modelId="{B9557540-8DB6-5C49-91CB-835CA0666968}" type="parTrans" cxnId="{39A50DCA-BA3A-A34D-81D0-7465D9BF45C0}">
      <dgm:prSet/>
      <dgm:spPr/>
      <dgm:t>
        <a:bodyPr/>
        <a:lstStyle/>
        <a:p>
          <a:endParaRPr lang="en-GB"/>
        </a:p>
      </dgm:t>
    </dgm:pt>
    <dgm:pt modelId="{8099B6FA-299B-0D42-BC80-3CB31028A64F}" type="sibTrans" cxnId="{39A50DCA-BA3A-A34D-81D0-7465D9BF45C0}">
      <dgm:prSet/>
      <dgm:spPr/>
      <dgm:t>
        <a:bodyPr/>
        <a:lstStyle/>
        <a:p>
          <a:endParaRPr lang="en-GB"/>
        </a:p>
      </dgm:t>
    </dgm:pt>
    <dgm:pt modelId="{97608FDB-AE26-454A-A705-54BD880791AE}">
      <dgm:prSet phldrT="[Text]" custT="1"/>
      <dgm:spPr/>
      <dgm:t>
        <a:bodyPr/>
        <a:lstStyle/>
        <a:p>
          <a:r>
            <a:rPr lang="en-GB" sz="1000" dirty="0"/>
            <a:t>Export to *.</a:t>
          </a:r>
          <a:r>
            <a:rPr lang="en-GB" sz="1000" dirty="0" err="1"/>
            <a:t>nbib</a:t>
          </a:r>
          <a:endParaRPr lang="en-GB" sz="1000" dirty="0"/>
        </a:p>
      </dgm:t>
    </dgm:pt>
    <dgm:pt modelId="{F8C5B041-572E-C34D-9A1D-2A2672CF527E}" type="parTrans" cxnId="{4B3CA247-EC73-2C49-AA38-B541F83A0DC0}">
      <dgm:prSet/>
      <dgm:spPr/>
      <dgm:t>
        <a:bodyPr/>
        <a:lstStyle/>
        <a:p>
          <a:endParaRPr lang="en-GB"/>
        </a:p>
      </dgm:t>
    </dgm:pt>
    <dgm:pt modelId="{37942C8F-BC00-FE43-BBD6-3092869C1645}" type="sibTrans" cxnId="{4B3CA247-EC73-2C49-AA38-B541F83A0DC0}">
      <dgm:prSet/>
      <dgm:spPr/>
      <dgm:t>
        <a:bodyPr/>
        <a:lstStyle/>
        <a:p>
          <a:endParaRPr lang="en-GB"/>
        </a:p>
      </dgm:t>
    </dgm:pt>
    <dgm:pt modelId="{E4678FF1-FE3E-404B-A36A-321F84C70BCB}">
      <dgm:prSet phldrT="[Text]" custT="1"/>
      <dgm:spPr/>
      <dgm:t>
        <a:bodyPr/>
        <a:lstStyle/>
        <a:p>
          <a:r>
            <a:rPr lang="en-GB" sz="1000" dirty="0"/>
            <a:t>Conversion</a:t>
          </a:r>
          <a:r>
            <a:rPr lang="en-GB" sz="700" dirty="0"/>
            <a:t> to RIS</a:t>
          </a:r>
        </a:p>
      </dgm:t>
    </dgm:pt>
    <dgm:pt modelId="{E6A537E8-4307-AD48-88D2-EC898D6E987D}" type="parTrans" cxnId="{6F83D08B-985F-8947-9696-C0B0B0E495FE}">
      <dgm:prSet/>
      <dgm:spPr/>
      <dgm:t>
        <a:bodyPr/>
        <a:lstStyle/>
        <a:p>
          <a:endParaRPr lang="en-GB"/>
        </a:p>
      </dgm:t>
    </dgm:pt>
    <dgm:pt modelId="{9077186F-8474-2741-9EE6-D24B5D944093}" type="sibTrans" cxnId="{6F83D08B-985F-8947-9696-C0B0B0E495FE}">
      <dgm:prSet/>
      <dgm:spPr/>
      <dgm:t>
        <a:bodyPr/>
        <a:lstStyle/>
        <a:p>
          <a:endParaRPr lang="en-GB"/>
        </a:p>
      </dgm:t>
    </dgm:pt>
    <dgm:pt modelId="{405D10F0-3F84-5B45-91CB-324C40C44AA5}">
      <dgm:prSet phldrT="[Text]" custT="1"/>
      <dgm:spPr/>
      <dgm:t>
        <a:bodyPr/>
        <a:lstStyle/>
        <a:p>
          <a:r>
            <a:rPr lang="en-GB" sz="900" dirty="0"/>
            <a:t>Visualisation with </a:t>
          </a:r>
          <a:r>
            <a:rPr lang="en-GB" sz="900" dirty="0" err="1"/>
            <a:t>VOSviewer</a:t>
          </a:r>
          <a:endParaRPr lang="en-GB" sz="900" dirty="0"/>
        </a:p>
      </dgm:t>
    </dgm:pt>
    <dgm:pt modelId="{82C8A285-80B1-F946-986F-CC60DBD4D92D}" type="parTrans" cxnId="{0DD98516-85F8-B54C-9829-0C70C13306CF}">
      <dgm:prSet/>
      <dgm:spPr/>
      <dgm:t>
        <a:bodyPr/>
        <a:lstStyle/>
        <a:p>
          <a:endParaRPr lang="en-GB"/>
        </a:p>
      </dgm:t>
    </dgm:pt>
    <dgm:pt modelId="{EAEC3CAD-11D9-344E-9DC2-C0A88FD4E59E}" type="sibTrans" cxnId="{0DD98516-85F8-B54C-9829-0C70C13306CF}">
      <dgm:prSet/>
      <dgm:spPr/>
      <dgm:t>
        <a:bodyPr/>
        <a:lstStyle/>
        <a:p>
          <a:endParaRPr lang="en-GB"/>
        </a:p>
      </dgm:t>
    </dgm:pt>
    <dgm:pt modelId="{20D141A2-0382-094A-9C71-B877F8BEBA93}">
      <dgm:prSet phldrT="[Text]" custT="1"/>
      <dgm:spPr/>
      <dgm:t>
        <a:bodyPr/>
        <a:lstStyle/>
        <a:p>
          <a:r>
            <a:rPr lang="en-GB" sz="900" dirty="0"/>
            <a:t>Data cleaning and trimming with python</a:t>
          </a:r>
        </a:p>
      </dgm:t>
    </dgm:pt>
    <dgm:pt modelId="{E6E0BD8C-CEE4-BB48-A0F1-54CE9F84EF10}" type="parTrans" cxnId="{6DBB8D82-E61A-A043-82A2-3C3079BC2D1E}">
      <dgm:prSet/>
      <dgm:spPr/>
      <dgm:t>
        <a:bodyPr/>
        <a:lstStyle/>
        <a:p>
          <a:endParaRPr lang="en-GB"/>
        </a:p>
      </dgm:t>
    </dgm:pt>
    <dgm:pt modelId="{6D7F4728-626C-6F4C-9DEA-2EFCDD37CFFB}" type="sibTrans" cxnId="{6DBB8D82-E61A-A043-82A2-3C3079BC2D1E}">
      <dgm:prSet/>
      <dgm:spPr/>
      <dgm:t>
        <a:bodyPr/>
        <a:lstStyle/>
        <a:p>
          <a:endParaRPr lang="en-GB"/>
        </a:p>
      </dgm:t>
    </dgm:pt>
    <dgm:pt modelId="{7D13E856-EC3A-C242-A600-C610C5F8AB26}">
      <dgm:prSet phldrT="[Text]" custT="1"/>
      <dgm:spPr/>
      <dgm:t>
        <a:bodyPr/>
        <a:lstStyle/>
        <a:p>
          <a:r>
            <a:rPr lang="en-GB" sz="1000" dirty="0"/>
            <a:t>Title and Abstract analysis</a:t>
          </a:r>
        </a:p>
      </dgm:t>
    </dgm:pt>
    <dgm:pt modelId="{843F53F0-DFF0-0F45-8568-EC7152A1EB30}" type="parTrans" cxnId="{0F60988A-E4AE-EF40-B8AE-9166AA1FF8A5}">
      <dgm:prSet/>
      <dgm:spPr/>
      <dgm:t>
        <a:bodyPr/>
        <a:lstStyle/>
        <a:p>
          <a:endParaRPr lang="en-GB"/>
        </a:p>
      </dgm:t>
    </dgm:pt>
    <dgm:pt modelId="{406AF7FD-8A2B-684E-8681-0C9C888839AB}" type="sibTrans" cxnId="{0F60988A-E4AE-EF40-B8AE-9166AA1FF8A5}">
      <dgm:prSet/>
      <dgm:spPr/>
      <dgm:t>
        <a:bodyPr/>
        <a:lstStyle/>
        <a:p>
          <a:endParaRPr lang="en-GB"/>
        </a:p>
      </dgm:t>
    </dgm:pt>
    <dgm:pt modelId="{26A056E6-6C47-5449-9AE8-2F02FBB6C474}">
      <dgm:prSet phldrT="[Text]" custT="1"/>
      <dgm:spPr/>
      <dgm:t>
        <a:bodyPr/>
        <a:lstStyle/>
        <a:p>
          <a:r>
            <a:rPr lang="en-GB" sz="900" dirty="0"/>
            <a:t>TF IDF based Clustering technique (K means)</a:t>
          </a:r>
        </a:p>
      </dgm:t>
    </dgm:pt>
    <dgm:pt modelId="{7940BA61-E483-E84D-B2C0-BEC6F5C7D6F1}" type="parTrans" cxnId="{B61D9FC1-B0BA-AF4C-9A46-75FB0A93407C}">
      <dgm:prSet/>
      <dgm:spPr/>
      <dgm:t>
        <a:bodyPr/>
        <a:lstStyle/>
        <a:p>
          <a:endParaRPr lang="en-GB"/>
        </a:p>
      </dgm:t>
    </dgm:pt>
    <dgm:pt modelId="{8F525DAF-8929-C843-92EA-BA878DA0B274}" type="sibTrans" cxnId="{B61D9FC1-B0BA-AF4C-9A46-75FB0A93407C}">
      <dgm:prSet/>
      <dgm:spPr/>
      <dgm:t>
        <a:bodyPr/>
        <a:lstStyle/>
        <a:p>
          <a:endParaRPr lang="en-GB"/>
        </a:p>
      </dgm:t>
    </dgm:pt>
    <dgm:pt modelId="{8C00F24F-BE09-244B-9162-2FE659BDC3AF}">
      <dgm:prSet phldrT="[Text]"/>
      <dgm:spPr/>
      <dgm:t>
        <a:bodyPr/>
        <a:lstStyle/>
        <a:p>
          <a:r>
            <a:rPr lang="en-GB" dirty="0"/>
            <a:t>Export of the most important clusters </a:t>
          </a:r>
        </a:p>
      </dgm:t>
    </dgm:pt>
    <dgm:pt modelId="{5C5ECB17-562B-024C-97F9-BED1ACF850C9}" type="parTrans" cxnId="{E9EC0564-6DA7-424A-8A8B-028F44EB8413}">
      <dgm:prSet/>
      <dgm:spPr/>
      <dgm:t>
        <a:bodyPr/>
        <a:lstStyle/>
        <a:p>
          <a:endParaRPr lang="en-GB"/>
        </a:p>
      </dgm:t>
    </dgm:pt>
    <dgm:pt modelId="{C90AA44C-5C0E-6F4A-9CF2-61B2C8A47D9C}" type="sibTrans" cxnId="{E9EC0564-6DA7-424A-8A8B-028F44EB8413}">
      <dgm:prSet/>
      <dgm:spPr/>
      <dgm:t>
        <a:bodyPr/>
        <a:lstStyle/>
        <a:p>
          <a:endParaRPr lang="en-GB"/>
        </a:p>
      </dgm:t>
    </dgm:pt>
    <dgm:pt modelId="{0A794902-7298-8E47-8170-AFF435CC8226}" type="pres">
      <dgm:prSet presAssocID="{9D5B064F-600C-3C4F-B94A-83BEDD396D9D}" presName="diagram" presStyleCnt="0">
        <dgm:presLayoutVars>
          <dgm:dir/>
          <dgm:resizeHandles/>
        </dgm:presLayoutVars>
      </dgm:prSet>
      <dgm:spPr/>
    </dgm:pt>
    <dgm:pt modelId="{E0823A5C-2D20-4640-91AB-BCE184D1DC86}" type="pres">
      <dgm:prSet presAssocID="{CC4C4056-37B5-654A-BA8A-4F549E641124}" presName="firstNode" presStyleLbl="node1" presStyleIdx="0" presStyleCnt="8">
        <dgm:presLayoutVars>
          <dgm:bulletEnabled val="1"/>
        </dgm:presLayoutVars>
      </dgm:prSet>
      <dgm:spPr/>
    </dgm:pt>
    <dgm:pt modelId="{23ACCAE3-12B0-2346-9F9B-6CCDFD52F3DE}" type="pres">
      <dgm:prSet presAssocID="{8099B6FA-299B-0D42-BC80-3CB31028A64F}" presName="sibTrans" presStyleLbl="sibTrans2D1" presStyleIdx="0" presStyleCnt="7"/>
      <dgm:spPr/>
    </dgm:pt>
    <dgm:pt modelId="{DA728D9E-9AF4-AF4E-B2C3-439D56279ECD}" type="pres">
      <dgm:prSet presAssocID="{97608FDB-AE26-454A-A705-54BD880791AE}" presName="middleNode" presStyleCnt="0"/>
      <dgm:spPr/>
    </dgm:pt>
    <dgm:pt modelId="{A38A8FCC-A6A0-744C-923E-4F8E9E105C97}" type="pres">
      <dgm:prSet presAssocID="{97608FDB-AE26-454A-A705-54BD880791AE}" presName="padding" presStyleLbl="node1" presStyleIdx="0" presStyleCnt="8"/>
      <dgm:spPr/>
    </dgm:pt>
    <dgm:pt modelId="{0C4EDB11-CA42-8345-B4A4-8116DC3DC1A7}" type="pres">
      <dgm:prSet presAssocID="{97608FDB-AE26-454A-A705-54BD880791AE}" presName="shape" presStyleLbl="node1" presStyleIdx="1" presStyleCnt="8">
        <dgm:presLayoutVars>
          <dgm:bulletEnabled val="1"/>
        </dgm:presLayoutVars>
      </dgm:prSet>
      <dgm:spPr/>
    </dgm:pt>
    <dgm:pt modelId="{B9CB7C29-2DA4-564A-AB3D-CCAB643D05D5}" type="pres">
      <dgm:prSet presAssocID="{37942C8F-BC00-FE43-BBD6-3092869C1645}" presName="sibTrans" presStyleLbl="sibTrans2D1" presStyleIdx="1" presStyleCnt="7"/>
      <dgm:spPr/>
    </dgm:pt>
    <dgm:pt modelId="{54074171-9065-4146-92A4-CA10C8DAFEE4}" type="pres">
      <dgm:prSet presAssocID="{E4678FF1-FE3E-404B-A36A-321F84C70BCB}" presName="middleNode" presStyleCnt="0"/>
      <dgm:spPr/>
    </dgm:pt>
    <dgm:pt modelId="{042C76ED-40D8-1D49-9959-3F7C7A55B1AC}" type="pres">
      <dgm:prSet presAssocID="{E4678FF1-FE3E-404B-A36A-321F84C70BCB}" presName="padding" presStyleLbl="node1" presStyleIdx="1" presStyleCnt="8"/>
      <dgm:spPr/>
    </dgm:pt>
    <dgm:pt modelId="{0CFFAB4C-B754-1941-BB44-65FEA09E1AE9}" type="pres">
      <dgm:prSet presAssocID="{E4678FF1-FE3E-404B-A36A-321F84C70BCB}" presName="shape" presStyleLbl="node1" presStyleIdx="2" presStyleCnt="8">
        <dgm:presLayoutVars>
          <dgm:bulletEnabled val="1"/>
        </dgm:presLayoutVars>
      </dgm:prSet>
      <dgm:spPr/>
    </dgm:pt>
    <dgm:pt modelId="{776A3F02-D721-B042-B62A-CAB953DAAEF3}" type="pres">
      <dgm:prSet presAssocID="{9077186F-8474-2741-9EE6-D24B5D944093}" presName="sibTrans" presStyleLbl="sibTrans2D1" presStyleIdx="2" presStyleCnt="7"/>
      <dgm:spPr/>
    </dgm:pt>
    <dgm:pt modelId="{7977EDE2-4C86-F640-B2AF-9BB9BF5F0D56}" type="pres">
      <dgm:prSet presAssocID="{405D10F0-3F84-5B45-91CB-324C40C44AA5}" presName="middleNode" presStyleCnt="0"/>
      <dgm:spPr/>
    </dgm:pt>
    <dgm:pt modelId="{272472AE-0F94-A44C-BDA6-0CEBA6170717}" type="pres">
      <dgm:prSet presAssocID="{405D10F0-3F84-5B45-91CB-324C40C44AA5}" presName="padding" presStyleLbl="node1" presStyleIdx="2" presStyleCnt="8"/>
      <dgm:spPr/>
    </dgm:pt>
    <dgm:pt modelId="{9E371D57-F959-C740-92A2-5188E685E59B}" type="pres">
      <dgm:prSet presAssocID="{405D10F0-3F84-5B45-91CB-324C40C44AA5}" presName="shape" presStyleLbl="node1" presStyleIdx="3" presStyleCnt="8">
        <dgm:presLayoutVars>
          <dgm:bulletEnabled val="1"/>
        </dgm:presLayoutVars>
      </dgm:prSet>
      <dgm:spPr/>
    </dgm:pt>
    <dgm:pt modelId="{7F31FFDC-737A-7045-8063-F10609D6DEE5}" type="pres">
      <dgm:prSet presAssocID="{EAEC3CAD-11D9-344E-9DC2-C0A88FD4E59E}" presName="sibTrans" presStyleLbl="sibTrans2D1" presStyleIdx="3" presStyleCnt="7"/>
      <dgm:spPr/>
    </dgm:pt>
    <dgm:pt modelId="{D65CA1E1-13C9-9C4C-BD7F-4D8EF02F53FC}" type="pres">
      <dgm:prSet presAssocID="{20D141A2-0382-094A-9C71-B877F8BEBA93}" presName="middleNode" presStyleCnt="0"/>
      <dgm:spPr/>
    </dgm:pt>
    <dgm:pt modelId="{3CDB83D8-5295-404F-A3A3-B170B5466638}" type="pres">
      <dgm:prSet presAssocID="{20D141A2-0382-094A-9C71-B877F8BEBA93}" presName="padding" presStyleLbl="node1" presStyleIdx="3" presStyleCnt="8"/>
      <dgm:spPr/>
    </dgm:pt>
    <dgm:pt modelId="{A24FF580-CDCB-BB4A-A5D2-71900DBD7F54}" type="pres">
      <dgm:prSet presAssocID="{20D141A2-0382-094A-9C71-B877F8BEBA93}" presName="shape" presStyleLbl="node1" presStyleIdx="4" presStyleCnt="8">
        <dgm:presLayoutVars>
          <dgm:bulletEnabled val="1"/>
        </dgm:presLayoutVars>
      </dgm:prSet>
      <dgm:spPr/>
    </dgm:pt>
    <dgm:pt modelId="{E1827D18-96FF-654A-901F-F337DB63B676}" type="pres">
      <dgm:prSet presAssocID="{6D7F4728-626C-6F4C-9DEA-2EFCDD37CFFB}" presName="sibTrans" presStyleLbl="sibTrans2D1" presStyleIdx="4" presStyleCnt="7"/>
      <dgm:spPr/>
    </dgm:pt>
    <dgm:pt modelId="{EF63262E-96B4-794D-A386-1151D68E232A}" type="pres">
      <dgm:prSet presAssocID="{7D13E856-EC3A-C242-A600-C610C5F8AB26}" presName="middleNode" presStyleCnt="0"/>
      <dgm:spPr/>
    </dgm:pt>
    <dgm:pt modelId="{8302631D-FEB8-C34F-BA5D-BC4DFFC4DB54}" type="pres">
      <dgm:prSet presAssocID="{7D13E856-EC3A-C242-A600-C610C5F8AB26}" presName="padding" presStyleLbl="node1" presStyleIdx="4" presStyleCnt="8"/>
      <dgm:spPr/>
    </dgm:pt>
    <dgm:pt modelId="{964EB692-632D-5E46-8850-FA34419C7EAB}" type="pres">
      <dgm:prSet presAssocID="{7D13E856-EC3A-C242-A600-C610C5F8AB26}" presName="shape" presStyleLbl="node1" presStyleIdx="5" presStyleCnt="8">
        <dgm:presLayoutVars>
          <dgm:bulletEnabled val="1"/>
        </dgm:presLayoutVars>
      </dgm:prSet>
      <dgm:spPr/>
    </dgm:pt>
    <dgm:pt modelId="{0FBA8E37-8697-464C-985D-A5A5ACD2A47A}" type="pres">
      <dgm:prSet presAssocID="{406AF7FD-8A2B-684E-8681-0C9C888839AB}" presName="sibTrans" presStyleLbl="sibTrans2D1" presStyleIdx="5" presStyleCnt="7"/>
      <dgm:spPr/>
    </dgm:pt>
    <dgm:pt modelId="{12096BFE-A34A-CF45-82ED-F73090E966C0}" type="pres">
      <dgm:prSet presAssocID="{26A056E6-6C47-5449-9AE8-2F02FBB6C474}" presName="middleNode" presStyleCnt="0"/>
      <dgm:spPr/>
    </dgm:pt>
    <dgm:pt modelId="{4B9C31C5-BDB6-7E4C-B679-3C4633401846}" type="pres">
      <dgm:prSet presAssocID="{26A056E6-6C47-5449-9AE8-2F02FBB6C474}" presName="padding" presStyleLbl="node1" presStyleIdx="5" presStyleCnt="8"/>
      <dgm:spPr/>
    </dgm:pt>
    <dgm:pt modelId="{CD2EE736-E7EF-104C-B187-CD0627AF9343}" type="pres">
      <dgm:prSet presAssocID="{26A056E6-6C47-5449-9AE8-2F02FBB6C474}" presName="shape" presStyleLbl="node1" presStyleIdx="6" presStyleCnt="8">
        <dgm:presLayoutVars>
          <dgm:bulletEnabled val="1"/>
        </dgm:presLayoutVars>
      </dgm:prSet>
      <dgm:spPr/>
    </dgm:pt>
    <dgm:pt modelId="{8276337B-3CE9-0546-80BD-505CCE4800AD}" type="pres">
      <dgm:prSet presAssocID="{8F525DAF-8929-C843-92EA-BA878DA0B274}" presName="sibTrans" presStyleLbl="sibTrans2D1" presStyleIdx="6" presStyleCnt="7"/>
      <dgm:spPr/>
    </dgm:pt>
    <dgm:pt modelId="{DE8B26B0-C9D5-9F40-8412-A36E6C2DD07A}" type="pres">
      <dgm:prSet presAssocID="{8C00F24F-BE09-244B-9162-2FE659BDC3AF}" presName="lastNode" presStyleLbl="node1" presStyleIdx="7" presStyleCnt="8">
        <dgm:presLayoutVars>
          <dgm:bulletEnabled val="1"/>
        </dgm:presLayoutVars>
      </dgm:prSet>
      <dgm:spPr/>
    </dgm:pt>
  </dgm:ptLst>
  <dgm:cxnLst>
    <dgm:cxn modelId="{08DA4901-030B-694E-AA31-2FDD1B621C99}" type="presOf" srcId="{8C00F24F-BE09-244B-9162-2FE659BDC3AF}" destId="{DE8B26B0-C9D5-9F40-8412-A36E6C2DD07A}" srcOrd="0" destOrd="0" presId="urn:microsoft.com/office/officeart/2005/8/layout/bProcess2"/>
    <dgm:cxn modelId="{C441BF0E-A7D0-F941-97C0-76B6AA0DDE9C}" type="presOf" srcId="{8099B6FA-299B-0D42-BC80-3CB31028A64F}" destId="{23ACCAE3-12B0-2346-9F9B-6CCDFD52F3DE}" srcOrd="0" destOrd="0" presId="urn:microsoft.com/office/officeart/2005/8/layout/bProcess2"/>
    <dgm:cxn modelId="{0DD98516-85F8-B54C-9829-0C70C13306CF}" srcId="{9D5B064F-600C-3C4F-B94A-83BEDD396D9D}" destId="{405D10F0-3F84-5B45-91CB-324C40C44AA5}" srcOrd="3" destOrd="0" parTransId="{82C8A285-80B1-F946-986F-CC60DBD4D92D}" sibTransId="{EAEC3CAD-11D9-344E-9DC2-C0A88FD4E59E}"/>
    <dgm:cxn modelId="{FD34AA17-B8FC-AE4B-9761-2A2194401E9B}" type="presOf" srcId="{6D7F4728-626C-6F4C-9DEA-2EFCDD37CFFB}" destId="{E1827D18-96FF-654A-901F-F337DB63B676}" srcOrd="0" destOrd="0" presId="urn:microsoft.com/office/officeart/2005/8/layout/bProcess2"/>
    <dgm:cxn modelId="{901A351F-05FE-9A44-AF7A-1B0285571797}" type="presOf" srcId="{E4678FF1-FE3E-404B-A36A-321F84C70BCB}" destId="{0CFFAB4C-B754-1941-BB44-65FEA09E1AE9}" srcOrd="0" destOrd="0" presId="urn:microsoft.com/office/officeart/2005/8/layout/bProcess2"/>
    <dgm:cxn modelId="{4B3CA247-EC73-2C49-AA38-B541F83A0DC0}" srcId="{9D5B064F-600C-3C4F-B94A-83BEDD396D9D}" destId="{97608FDB-AE26-454A-A705-54BD880791AE}" srcOrd="1" destOrd="0" parTransId="{F8C5B041-572E-C34D-9A1D-2A2672CF527E}" sibTransId="{37942C8F-BC00-FE43-BBD6-3092869C1645}"/>
    <dgm:cxn modelId="{85BA704C-9225-CE48-8748-611E2F29D692}" type="presOf" srcId="{CC4C4056-37B5-654A-BA8A-4F549E641124}" destId="{E0823A5C-2D20-4640-91AB-BCE184D1DC86}" srcOrd="0" destOrd="0" presId="urn:microsoft.com/office/officeart/2005/8/layout/bProcess2"/>
    <dgm:cxn modelId="{E9EC0564-6DA7-424A-8A8B-028F44EB8413}" srcId="{9D5B064F-600C-3C4F-B94A-83BEDD396D9D}" destId="{8C00F24F-BE09-244B-9162-2FE659BDC3AF}" srcOrd="7" destOrd="0" parTransId="{5C5ECB17-562B-024C-97F9-BED1ACF850C9}" sibTransId="{C90AA44C-5C0E-6F4A-9CF2-61B2C8A47D9C}"/>
    <dgm:cxn modelId="{F1111D74-F4A8-D649-B0AC-8CE0359DC1AC}" type="presOf" srcId="{9077186F-8474-2741-9EE6-D24B5D944093}" destId="{776A3F02-D721-B042-B62A-CAB953DAAEF3}" srcOrd="0" destOrd="0" presId="urn:microsoft.com/office/officeart/2005/8/layout/bProcess2"/>
    <dgm:cxn modelId="{6DBB8D82-E61A-A043-82A2-3C3079BC2D1E}" srcId="{9D5B064F-600C-3C4F-B94A-83BEDD396D9D}" destId="{20D141A2-0382-094A-9C71-B877F8BEBA93}" srcOrd="4" destOrd="0" parTransId="{E6E0BD8C-CEE4-BB48-A0F1-54CE9F84EF10}" sibTransId="{6D7F4728-626C-6F4C-9DEA-2EFCDD37CFFB}"/>
    <dgm:cxn modelId="{0F60988A-E4AE-EF40-B8AE-9166AA1FF8A5}" srcId="{9D5B064F-600C-3C4F-B94A-83BEDD396D9D}" destId="{7D13E856-EC3A-C242-A600-C610C5F8AB26}" srcOrd="5" destOrd="0" parTransId="{843F53F0-DFF0-0F45-8568-EC7152A1EB30}" sibTransId="{406AF7FD-8A2B-684E-8681-0C9C888839AB}"/>
    <dgm:cxn modelId="{6F83D08B-985F-8947-9696-C0B0B0E495FE}" srcId="{9D5B064F-600C-3C4F-B94A-83BEDD396D9D}" destId="{E4678FF1-FE3E-404B-A36A-321F84C70BCB}" srcOrd="2" destOrd="0" parTransId="{E6A537E8-4307-AD48-88D2-EC898D6E987D}" sibTransId="{9077186F-8474-2741-9EE6-D24B5D944093}"/>
    <dgm:cxn modelId="{52497696-CC05-BA4B-9C70-F49439B08D14}" type="presOf" srcId="{9D5B064F-600C-3C4F-B94A-83BEDD396D9D}" destId="{0A794902-7298-8E47-8170-AFF435CC8226}" srcOrd="0" destOrd="0" presId="urn:microsoft.com/office/officeart/2005/8/layout/bProcess2"/>
    <dgm:cxn modelId="{BA0BC5AC-8A15-8F4B-89C6-D4EB2989B6BE}" type="presOf" srcId="{7D13E856-EC3A-C242-A600-C610C5F8AB26}" destId="{964EB692-632D-5E46-8850-FA34419C7EAB}" srcOrd="0" destOrd="0" presId="urn:microsoft.com/office/officeart/2005/8/layout/bProcess2"/>
    <dgm:cxn modelId="{B1117CAF-FC61-E541-BC7B-16069CA040AE}" type="presOf" srcId="{97608FDB-AE26-454A-A705-54BD880791AE}" destId="{0C4EDB11-CA42-8345-B4A4-8116DC3DC1A7}" srcOrd="0" destOrd="0" presId="urn:microsoft.com/office/officeart/2005/8/layout/bProcess2"/>
    <dgm:cxn modelId="{DBF75CB9-AC10-1F44-913D-F5629011D0E1}" type="presOf" srcId="{8F525DAF-8929-C843-92EA-BA878DA0B274}" destId="{8276337B-3CE9-0546-80BD-505CCE4800AD}" srcOrd="0" destOrd="0" presId="urn:microsoft.com/office/officeart/2005/8/layout/bProcess2"/>
    <dgm:cxn modelId="{B61D9FC1-B0BA-AF4C-9A46-75FB0A93407C}" srcId="{9D5B064F-600C-3C4F-B94A-83BEDD396D9D}" destId="{26A056E6-6C47-5449-9AE8-2F02FBB6C474}" srcOrd="6" destOrd="0" parTransId="{7940BA61-E483-E84D-B2C0-BEC6F5C7D6F1}" sibTransId="{8F525DAF-8929-C843-92EA-BA878DA0B274}"/>
    <dgm:cxn modelId="{B6F07CC2-2FB7-684F-BDA4-FD6236455BA1}" type="presOf" srcId="{20D141A2-0382-094A-9C71-B877F8BEBA93}" destId="{A24FF580-CDCB-BB4A-A5D2-71900DBD7F54}" srcOrd="0" destOrd="0" presId="urn:microsoft.com/office/officeart/2005/8/layout/bProcess2"/>
    <dgm:cxn modelId="{0FE81EC3-4DBD-444E-A11D-EE495E4B3AF4}" type="presOf" srcId="{EAEC3CAD-11D9-344E-9DC2-C0A88FD4E59E}" destId="{7F31FFDC-737A-7045-8063-F10609D6DEE5}" srcOrd="0" destOrd="0" presId="urn:microsoft.com/office/officeart/2005/8/layout/bProcess2"/>
    <dgm:cxn modelId="{39A50DCA-BA3A-A34D-81D0-7465D9BF45C0}" srcId="{9D5B064F-600C-3C4F-B94A-83BEDD396D9D}" destId="{CC4C4056-37B5-654A-BA8A-4F549E641124}" srcOrd="0" destOrd="0" parTransId="{B9557540-8DB6-5C49-91CB-835CA0666968}" sibTransId="{8099B6FA-299B-0D42-BC80-3CB31028A64F}"/>
    <dgm:cxn modelId="{6F963ED8-6416-AD40-86BC-1B63539F6527}" type="presOf" srcId="{37942C8F-BC00-FE43-BBD6-3092869C1645}" destId="{B9CB7C29-2DA4-564A-AB3D-CCAB643D05D5}" srcOrd="0" destOrd="0" presId="urn:microsoft.com/office/officeart/2005/8/layout/bProcess2"/>
    <dgm:cxn modelId="{A83858DD-3444-F341-BEBC-7BCAC6247C8C}" type="presOf" srcId="{26A056E6-6C47-5449-9AE8-2F02FBB6C474}" destId="{CD2EE736-E7EF-104C-B187-CD0627AF9343}" srcOrd="0" destOrd="0" presId="urn:microsoft.com/office/officeart/2005/8/layout/bProcess2"/>
    <dgm:cxn modelId="{C1B401E0-D034-5140-9E89-B815ABD26223}" type="presOf" srcId="{405D10F0-3F84-5B45-91CB-324C40C44AA5}" destId="{9E371D57-F959-C740-92A2-5188E685E59B}" srcOrd="0" destOrd="0" presId="urn:microsoft.com/office/officeart/2005/8/layout/bProcess2"/>
    <dgm:cxn modelId="{2ECA9AE6-F5B8-AA41-98FA-C9019CC6359B}" type="presOf" srcId="{406AF7FD-8A2B-684E-8681-0C9C888839AB}" destId="{0FBA8E37-8697-464C-985D-A5A5ACD2A47A}" srcOrd="0" destOrd="0" presId="urn:microsoft.com/office/officeart/2005/8/layout/bProcess2"/>
    <dgm:cxn modelId="{81E3B89F-8995-B540-A117-27AD12BBACA2}" type="presParOf" srcId="{0A794902-7298-8E47-8170-AFF435CC8226}" destId="{E0823A5C-2D20-4640-91AB-BCE184D1DC86}" srcOrd="0" destOrd="0" presId="urn:microsoft.com/office/officeart/2005/8/layout/bProcess2"/>
    <dgm:cxn modelId="{7227BC2A-F6B1-604C-A17F-EA59B87ACF61}" type="presParOf" srcId="{0A794902-7298-8E47-8170-AFF435CC8226}" destId="{23ACCAE3-12B0-2346-9F9B-6CCDFD52F3DE}" srcOrd="1" destOrd="0" presId="urn:microsoft.com/office/officeart/2005/8/layout/bProcess2"/>
    <dgm:cxn modelId="{39566DBF-7A41-8A44-825A-1AF4C94DDAF0}" type="presParOf" srcId="{0A794902-7298-8E47-8170-AFF435CC8226}" destId="{DA728D9E-9AF4-AF4E-B2C3-439D56279ECD}" srcOrd="2" destOrd="0" presId="urn:microsoft.com/office/officeart/2005/8/layout/bProcess2"/>
    <dgm:cxn modelId="{31907085-D99B-584C-A817-DE3252D82B62}" type="presParOf" srcId="{DA728D9E-9AF4-AF4E-B2C3-439D56279ECD}" destId="{A38A8FCC-A6A0-744C-923E-4F8E9E105C97}" srcOrd="0" destOrd="0" presId="urn:microsoft.com/office/officeart/2005/8/layout/bProcess2"/>
    <dgm:cxn modelId="{C7C6820B-6394-FB41-BF37-8B6C6EF9C937}" type="presParOf" srcId="{DA728D9E-9AF4-AF4E-B2C3-439D56279ECD}" destId="{0C4EDB11-CA42-8345-B4A4-8116DC3DC1A7}" srcOrd="1" destOrd="0" presId="urn:microsoft.com/office/officeart/2005/8/layout/bProcess2"/>
    <dgm:cxn modelId="{7FC0E8C7-05F2-6448-A6AF-BE43D4D7916F}" type="presParOf" srcId="{0A794902-7298-8E47-8170-AFF435CC8226}" destId="{B9CB7C29-2DA4-564A-AB3D-CCAB643D05D5}" srcOrd="3" destOrd="0" presId="urn:microsoft.com/office/officeart/2005/8/layout/bProcess2"/>
    <dgm:cxn modelId="{BE068A63-625B-DA48-92C6-DFE5D1991044}" type="presParOf" srcId="{0A794902-7298-8E47-8170-AFF435CC8226}" destId="{54074171-9065-4146-92A4-CA10C8DAFEE4}" srcOrd="4" destOrd="0" presId="urn:microsoft.com/office/officeart/2005/8/layout/bProcess2"/>
    <dgm:cxn modelId="{CFAF6565-82D2-2B48-85DA-63E288288F06}" type="presParOf" srcId="{54074171-9065-4146-92A4-CA10C8DAFEE4}" destId="{042C76ED-40D8-1D49-9959-3F7C7A55B1AC}" srcOrd="0" destOrd="0" presId="urn:microsoft.com/office/officeart/2005/8/layout/bProcess2"/>
    <dgm:cxn modelId="{6892E50E-F22B-E644-A024-89534FBFF8E5}" type="presParOf" srcId="{54074171-9065-4146-92A4-CA10C8DAFEE4}" destId="{0CFFAB4C-B754-1941-BB44-65FEA09E1AE9}" srcOrd="1" destOrd="0" presId="urn:microsoft.com/office/officeart/2005/8/layout/bProcess2"/>
    <dgm:cxn modelId="{16542211-99EB-DC4F-B64A-D31130D863FD}" type="presParOf" srcId="{0A794902-7298-8E47-8170-AFF435CC8226}" destId="{776A3F02-D721-B042-B62A-CAB953DAAEF3}" srcOrd="5" destOrd="0" presId="urn:microsoft.com/office/officeart/2005/8/layout/bProcess2"/>
    <dgm:cxn modelId="{E2316B56-85D7-AA43-9556-E748AA7B474F}" type="presParOf" srcId="{0A794902-7298-8E47-8170-AFF435CC8226}" destId="{7977EDE2-4C86-F640-B2AF-9BB9BF5F0D56}" srcOrd="6" destOrd="0" presId="urn:microsoft.com/office/officeart/2005/8/layout/bProcess2"/>
    <dgm:cxn modelId="{26C55F10-CC79-E545-BAE8-18D7073A3D57}" type="presParOf" srcId="{7977EDE2-4C86-F640-B2AF-9BB9BF5F0D56}" destId="{272472AE-0F94-A44C-BDA6-0CEBA6170717}" srcOrd="0" destOrd="0" presId="urn:microsoft.com/office/officeart/2005/8/layout/bProcess2"/>
    <dgm:cxn modelId="{4047D592-23AA-BA47-B858-8DDF3C95D242}" type="presParOf" srcId="{7977EDE2-4C86-F640-B2AF-9BB9BF5F0D56}" destId="{9E371D57-F959-C740-92A2-5188E685E59B}" srcOrd="1" destOrd="0" presId="urn:microsoft.com/office/officeart/2005/8/layout/bProcess2"/>
    <dgm:cxn modelId="{EC5D3BC9-D3C7-4043-8656-A1A099FE0778}" type="presParOf" srcId="{0A794902-7298-8E47-8170-AFF435CC8226}" destId="{7F31FFDC-737A-7045-8063-F10609D6DEE5}" srcOrd="7" destOrd="0" presId="urn:microsoft.com/office/officeart/2005/8/layout/bProcess2"/>
    <dgm:cxn modelId="{8CDE9992-B84A-4243-B65C-32BA924614A4}" type="presParOf" srcId="{0A794902-7298-8E47-8170-AFF435CC8226}" destId="{D65CA1E1-13C9-9C4C-BD7F-4D8EF02F53FC}" srcOrd="8" destOrd="0" presId="urn:microsoft.com/office/officeart/2005/8/layout/bProcess2"/>
    <dgm:cxn modelId="{5598D587-9CD6-5D45-95D6-7CA52D227776}" type="presParOf" srcId="{D65CA1E1-13C9-9C4C-BD7F-4D8EF02F53FC}" destId="{3CDB83D8-5295-404F-A3A3-B170B5466638}" srcOrd="0" destOrd="0" presId="urn:microsoft.com/office/officeart/2005/8/layout/bProcess2"/>
    <dgm:cxn modelId="{ED7D8996-E94F-EA43-B08C-C1EC7E6BDB37}" type="presParOf" srcId="{D65CA1E1-13C9-9C4C-BD7F-4D8EF02F53FC}" destId="{A24FF580-CDCB-BB4A-A5D2-71900DBD7F54}" srcOrd="1" destOrd="0" presId="urn:microsoft.com/office/officeart/2005/8/layout/bProcess2"/>
    <dgm:cxn modelId="{F4AE64B0-F086-284C-A317-ED30A74761FA}" type="presParOf" srcId="{0A794902-7298-8E47-8170-AFF435CC8226}" destId="{E1827D18-96FF-654A-901F-F337DB63B676}" srcOrd="9" destOrd="0" presId="urn:microsoft.com/office/officeart/2005/8/layout/bProcess2"/>
    <dgm:cxn modelId="{33D4D6F0-E2A0-9549-991C-814C85AF7FE0}" type="presParOf" srcId="{0A794902-7298-8E47-8170-AFF435CC8226}" destId="{EF63262E-96B4-794D-A386-1151D68E232A}" srcOrd="10" destOrd="0" presId="urn:microsoft.com/office/officeart/2005/8/layout/bProcess2"/>
    <dgm:cxn modelId="{50151830-DA7A-C248-BAE3-A944F58059CE}" type="presParOf" srcId="{EF63262E-96B4-794D-A386-1151D68E232A}" destId="{8302631D-FEB8-C34F-BA5D-BC4DFFC4DB54}" srcOrd="0" destOrd="0" presId="urn:microsoft.com/office/officeart/2005/8/layout/bProcess2"/>
    <dgm:cxn modelId="{29EBBFBF-627B-F647-B58C-C596F03E60BC}" type="presParOf" srcId="{EF63262E-96B4-794D-A386-1151D68E232A}" destId="{964EB692-632D-5E46-8850-FA34419C7EAB}" srcOrd="1" destOrd="0" presId="urn:microsoft.com/office/officeart/2005/8/layout/bProcess2"/>
    <dgm:cxn modelId="{66EE96FD-CF10-264E-8579-7737D7E4AB9C}" type="presParOf" srcId="{0A794902-7298-8E47-8170-AFF435CC8226}" destId="{0FBA8E37-8697-464C-985D-A5A5ACD2A47A}" srcOrd="11" destOrd="0" presId="urn:microsoft.com/office/officeart/2005/8/layout/bProcess2"/>
    <dgm:cxn modelId="{5CAFEA70-0EE9-DA45-8D77-6278B4FA10A2}" type="presParOf" srcId="{0A794902-7298-8E47-8170-AFF435CC8226}" destId="{12096BFE-A34A-CF45-82ED-F73090E966C0}" srcOrd="12" destOrd="0" presId="urn:microsoft.com/office/officeart/2005/8/layout/bProcess2"/>
    <dgm:cxn modelId="{E29A5579-9B8A-A14D-8848-F99602515E29}" type="presParOf" srcId="{12096BFE-A34A-CF45-82ED-F73090E966C0}" destId="{4B9C31C5-BDB6-7E4C-B679-3C4633401846}" srcOrd="0" destOrd="0" presId="urn:microsoft.com/office/officeart/2005/8/layout/bProcess2"/>
    <dgm:cxn modelId="{75C4D836-FBB0-EE48-8E56-1A411EB24652}" type="presParOf" srcId="{12096BFE-A34A-CF45-82ED-F73090E966C0}" destId="{CD2EE736-E7EF-104C-B187-CD0627AF9343}" srcOrd="1" destOrd="0" presId="urn:microsoft.com/office/officeart/2005/8/layout/bProcess2"/>
    <dgm:cxn modelId="{A5BB49AB-CAF7-6C47-B4E2-CB94CD9EEBC4}" type="presParOf" srcId="{0A794902-7298-8E47-8170-AFF435CC8226}" destId="{8276337B-3CE9-0546-80BD-505CCE4800AD}" srcOrd="13" destOrd="0" presId="urn:microsoft.com/office/officeart/2005/8/layout/bProcess2"/>
    <dgm:cxn modelId="{7D658ABD-B174-0C4A-8DAA-FB5830D95E18}" type="presParOf" srcId="{0A794902-7298-8E47-8170-AFF435CC8226}" destId="{DE8B26B0-C9D5-9F40-8412-A36E6C2DD07A}" srcOrd="14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823A5C-2D20-4640-91AB-BCE184D1DC86}">
      <dsp:nvSpPr>
        <dsp:cNvPr id="0" name=""/>
        <dsp:cNvSpPr/>
      </dsp:nvSpPr>
      <dsp:spPr>
        <a:xfrm>
          <a:off x="167515" y="729"/>
          <a:ext cx="1851012" cy="18510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PubMed Query (428 results)</a:t>
          </a:r>
        </a:p>
      </dsp:txBody>
      <dsp:txXfrm>
        <a:off x="438589" y="271803"/>
        <a:ext cx="1308864" cy="1308864"/>
      </dsp:txXfrm>
    </dsp:sp>
    <dsp:sp modelId="{23ACCAE3-12B0-2346-9F9B-6CCDFD52F3DE}">
      <dsp:nvSpPr>
        <dsp:cNvPr id="0" name=""/>
        <dsp:cNvSpPr/>
      </dsp:nvSpPr>
      <dsp:spPr>
        <a:xfrm rot="10800000">
          <a:off x="769094" y="2090753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EDB11-CA42-8345-B4A4-8116DC3DC1A7}">
      <dsp:nvSpPr>
        <dsp:cNvPr id="0" name=""/>
        <dsp:cNvSpPr/>
      </dsp:nvSpPr>
      <dsp:spPr>
        <a:xfrm>
          <a:off x="475708" y="2807789"/>
          <a:ext cx="1234625" cy="123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Export to *.</a:t>
          </a:r>
          <a:r>
            <a:rPr lang="en-GB" sz="1200" kern="1200" dirty="0" err="1"/>
            <a:t>nbib</a:t>
          </a:r>
          <a:endParaRPr lang="en-GB" sz="1200" kern="1200" dirty="0"/>
        </a:p>
      </dsp:txBody>
      <dsp:txXfrm>
        <a:off x="656515" y="2988596"/>
        <a:ext cx="873011" cy="873011"/>
      </dsp:txXfrm>
    </dsp:sp>
    <dsp:sp modelId="{B9CB7C29-2DA4-564A-AB3D-CCAB643D05D5}">
      <dsp:nvSpPr>
        <dsp:cNvPr id="0" name=""/>
        <dsp:cNvSpPr/>
      </dsp:nvSpPr>
      <dsp:spPr>
        <a:xfrm rot="5400000">
          <a:off x="2171694" y="3171749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FAB4C-B754-1941-BB44-65FEA09E1AE9}">
      <dsp:nvSpPr>
        <dsp:cNvPr id="0" name=""/>
        <dsp:cNvSpPr/>
      </dsp:nvSpPr>
      <dsp:spPr>
        <a:xfrm>
          <a:off x="3252227" y="2807789"/>
          <a:ext cx="1234625" cy="123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Conversion to *.RIS</a:t>
          </a:r>
        </a:p>
      </dsp:txBody>
      <dsp:txXfrm>
        <a:off x="3433034" y="2988596"/>
        <a:ext cx="873011" cy="873011"/>
      </dsp:txXfrm>
    </dsp:sp>
    <dsp:sp modelId="{776A3F02-D721-B042-B62A-CAB953DAAEF3}">
      <dsp:nvSpPr>
        <dsp:cNvPr id="0" name=""/>
        <dsp:cNvSpPr/>
      </dsp:nvSpPr>
      <dsp:spPr>
        <a:xfrm>
          <a:off x="3545613" y="1907975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FF580-CDCB-BB4A-A5D2-71900DBD7F54}">
      <dsp:nvSpPr>
        <dsp:cNvPr id="0" name=""/>
        <dsp:cNvSpPr/>
      </dsp:nvSpPr>
      <dsp:spPr>
        <a:xfrm>
          <a:off x="3252227" y="308922"/>
          <a:ext cx="1234625" cy="123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Data cleaning and trimming with python</a:t>
          </a:r>
        </a:p>
      </dsp:txBody>
      <dsp:txXfrm>
        <a:off x="3433034" y="489729"/>
        <a:ext cx="873011" cy="873011"/>
      </dsp:txXfrm>
    </dsp:sp>
    <dsp:sp modelId="{E1827D18-96FF-654A-901F-F337DB63B676}">
      <dsp:nvSpPr>
        <dsp:cNvPr id="0" name=""/>
        <dsp:cNvSpPr/>
      </dsp:nvSpPr>
      <dsp:spPr>
        <a:xfrm rot="5400000">
          <a:off x="4948213" y="672882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EB692-632D-5E46-8850-FA34419C7EAB}">
      <dsp:nvSpPr>
        <dsp:cNvPr id="0" name=""/>
        <dsp:cNvSpPr/>
      </dsp:nvSpPr>
      <dsp:spPr>
        <a:xfrm>
          <a:off x="6028746" y="308922"/>
          <a:ext cx="1234625" cy="123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Title and Abstract analysis</a:t>
          </a:r>
        </a:p>
      </dsp:txBody>
      <dsp:txXfrm>
        <a:off x="6209553" y="489729"/>
        <a:ext cx="873011" cy="873011"/>
      </dsp:txXfrm>
    </dsp:sp>
    <dsp:sp modelId="{0FBA8E37-8697-464C-985D-A5A5ACD2A47A}">
      <dsp:nvSpPr>
        <dsp:cNvPr id="0" name=""/>
        <dsp:cNvSpPr/>
      </dsp:nvSpPr>
      <dsp:spPr>
        <a:xfrm rot="10800000">
          <a:off x="6322132" y="1936656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A7D9C0-E352-1B4E-AE42-96910C25178F}">
      <dsp:nvSpPr>
        <dsp:cNvPr id="0" name=""/>
        <dsp:cNvSpPr/>
      </dsp:nvSpPr>
      <dsp:spPr>
        <a:xfrm>
          <a:off x="6028746" y="2807789"/>
          <a:ext cx="1234625" cy="123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 err="1"/>
            <a:t>Wordcloud</a:t>
          </a:r>
          <a:r>
            <a:rPr lang="en-GB" sz="1200" kern="1200" dirty="0"/>
            <a:t> design for most common words</a:t>
          </a:r>
        </a:p>
      </dsp:txBody>
      <dsp:txXfrm>
        <a:off x="6209553" y="2988596"/>
        <a:ext cx="873011" cy="873011"/>
      </dsp:txXfrm>
    </dsp:sp>
    <dsp:sp modelId="{A50D136D-1C83-9F47-8BD3-66E37A0EFCEE}">
      <dsp:nvSpPr>
        <dsp:cNvPr id="0" name=""/>
        <dsp:cNvSpPr/>
      </dsp:nvSpPr>
      <dsp:spPr>
        <a:xfrm rot="5400000">
          <a:off x="7724732" y="3171749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EE736-E7EF-104C-B187-CD0627AF9343}">
      <dsp:nvSpPr>
        <dsp:cNvPr id="0" name=""/>
        <dsp:cNvSpPr/>
      </dsp:nvSpPr>
      <dsp:spPr>
        <a:xfrm>
          <a:off x="8805265" y="2807789"/>
          <a:ext cx="1234625" cy="123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Clustering technique (K means)</a:t>
          </a:r>
        </a:p>
      </dsp:txBody>
      <dsp:txXfrm>
        <a:off x="8986072" y="2988596"/>
        <a:ext cx="873011" cy="873011"/>
      </dsp:txXfrm>
    </dsp:sp>
    <dsp:sp modelId="{8276337B-3CE9-0546-80BD-505CCE4800AD}">
      <dsp:nvSpPr>
        <dsp:cNvPr id="0" name=""/>
        <dsp:cNvSpPr/>
      </dsp:nvSpPr>
      <dsp:spPr>
        <a:xfrm>
          <a:off x="9098651" y="2062072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B26B0-C9D5-9F40-8412-A36E6C2DD07A}">
      <dsp:nvSpPr>
        <dsp:cNvPr id="0" name=""/>
        <dsp:cNvSpPr/>
      </dsp:nvSpPr>
      <dsp:spPr>
        <a:xfrm>
          <a:off x="8497072" y="729"/>
          <a:ext cx="1851012" cy="18510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Export of the most important clusters</a:t>
          </a:r>
        </a:p>
      </dsp:txBody>
      <dsp:txXfrm>
        <a:off x="8768146" y="271803"/>
        <a:ext cx="1308864" cy="13088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823A5C-2D20-4640-91AB-BCE184D1DC86}">
      <dsp:nvSpPr>
        <dsp:cNvPr id="0" name=""/>
        <dsp:cNvSpPr/>
      </dsp:nvSpPr>
      <dsp:spPr>
        <a:xfrm>
          <a:off x="260105" y="1946"/>
          <a:ext cx="1142648" cy="1142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PubMed Query (428 results)</a:t>
          </a:r>
        </a:p>
      </dsp:txBody>
      <dsp:txXfrm>
        <a:off x="427442" y="169283"/>
        <a:ext cx="807974" cy="807974"/>
      </dsp:txXfrm>
    </dsp:sp>
    <dsp:sp modelId="{23ACCAE3-12B0-2346-9F9B-6CCDFD52F3DE}">
      <dsp:nvSpPr>
        <dsp:cNvPr id="0" name=""/>
        <dsp:cNvSpPr/>
      </dsp:nvSpPr>
      <dsp:spPr>
        <a:xfrm rot="10800000">
          <a:off x="631465" y="1292139"/>
          <a:ext cx="399926" cy="312794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EDB11-CA42-8345-B4A4-8116DC3DC1A7}">
      <dsp:nvSpPr>
        <dsp:cNvPr id="0" name=""/>
        <dsp:cNvSpPr/>
      </dsp:nvSpPr>
      <dsp:spPr>
        <a:xfrm>
          <a:off x="450355" y="1734772"/>
          <a:ext cx="762146" cy="7621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Export to *.</a:t>
          </a:r>
          <a:r>
            <a:rPr lang="en-GB" sz="700" kern="1200" dirty="0" err="1"/>
            <a:t>nbib</a:t>
          </a:r>
          <a:endParaRPr lang="en-GB" sz="700" kern="1200" dirty="0"/>
        </a:p>
      </dsp:txBody>
      <dsp:txXfrm>
        <a:off x="561969" y="1846386"/>
        <a:ext cx="538918" cy="538918"/>
      </dsp:txXfrm>
    </dsp:sp>
    <dsp:sp modelId="{B9CB7C29-2DA4-564A-AB3D-CCAB643D05D5}">
      <dsp:nvSpPr>
        <dsp:cNvPr id="0" name=""/>
        <dsp:cNvSpPr/>
      </dsp:nvSpPr>
      <dsp:spPr>
        <a:xfrm rot="10800000">
          <a:off x="631465" y="2739589"/>
          <a:ext cx="399926" cy="312794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FAB4C-B754-1941-BB44-65FEA09E1AE9}">
      <dsp:nvSpPr>
        <dsp:cNvPr id="0" name=""/>
        <dsp:cNvSpPr/>
      </dsp:nvSpPr>
      <dsp:spPr>
        <a:xfrm>
          <a:off x="450355" y="3277347"/>
          <a:ext cx="762146" cy="7621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Conversion to *.RIS</a:t>
          </a:r>
        </a:p>
      </dsp:txBody>
      <dsp:txXfrm>
        <a:off x="561969" y="3388961"/>
        <a:ext cx="538918" cy="538918"/>
      </dsp:txXfrm>
    </dsp:sp>
    <dsp:sp modelId="{776A3F02-D721-B042-B62A-CAB953DAAEF3}">
      <dsp:nvSpPr>
        <dsp:cNvPr id="0" name=""/>
        <dsp:cNvSpPr/>
      </dsp:nvSpPr>
      <dsp:spPr>
        <a:xfrm rot="10800000">
          <a:off x="631465" y="4282164"/>
          <a:ext cx="399926" cy="312794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FF580-CDCB-BB4A-A5D2-71900DBD7F54}">
      <dsp:nvSpPr>
        <dsp:cNvPr id="0" name=""/>
        <dsp:cNvSpPr/>
      </dsp:nvSpPr>
      <dsp:spPr>
        <a:xfrm>
          <a:off x="450355" y="4819923"/>
          <a:ext cx="762146" cy="7621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Data cleaning and trimming with python</a:t>
          </a:r>
        </a:p>
      </dsp:txBody>
      <dsp:txXfrm>
        <a:off x="561969" y="4931537"/>
        <a:ext cx="538918" cy="538918"/>
      </dsp:txXfrm>
    </dsp:sp>
    <dsp:sp modelId="{E1827D18-96FF-654A-901F-F337DB63B676}">
      <dsp:nvSpPr>
        <dsp:cNvPr id="0" name=""/>
        <dsp:cNvSpPr/>
      </dsp:nvSpPr>
      <dsp:spPr>
        <a:xfrm rot="5400000">
          <a:off x="1497304" y="5044599"/>
          <a:ext cx="399926" cy="312794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EB692-632D-5E46-8850-FA34419C7EAB}">
      <dsp:nvSpPr>
        <dsp:cNvPr id="0" name=""/>
        <dsp:cNvSpPr/>
      </dsp:nvSpPr>
      <dsp:spPr>
        <a:xfrm>
          <a:off x="2164328" y="4819923"/>
          <a:ext cx="762146" cy="7621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Title and Abstract analysis</a:t>
          </a:r>
        </a:p>
      </dsp:txBody>
      <dsp:txXfrm>
        <a:off x="2275942" y="4931537"/>
        <a:ext cx="538918" cy="538918"/>
      </dsp:txXfrm>
    </dsp:sp>
    <dsp:sp modelId="{0FBA8E37-8697-464C-985D-A5A5ACD2A47A}">
      <dsp:nvSpPr>
        <dsp:cNvPr id="0" name=""/>
        <dsp:cNvSpPr/>
      </dsp:nvSpPr>
      <dsp:spPr>
        <a:xfrm>
          <a:off x="2345438" y="4264459"/>
          <a:ext cx="399926" cy="312794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A7D9C0-E352-1B4E-AE42-96910C25178F}">
      <dsp:nvSpPr>
        <dsp:cNvPr id="0" name=""/>
        <dsp:cNvSpPr/>
      </dsp:nvSpPr>
      <dsp:spPr>
        <a:xfrm>
          <a:off x="2164328" y="3277347"/>
          <a:ext cx="762146" cy="7621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 err="1"/>
            <a:t>Wordcloud</a:t>
          </a:r>
          <a:r>
            <a:rPr lang="en-GB" sz="700" kern="1200" dirty="0"/>
            <a:t> design for most common words</a:t>
          </a:r>
        </a:p>
      </dsp:txBody>
      <dsp:txXfrm>
        <a:off x="2275942" y="3388961"/>
        <a:ext cx="538918" cy="538918"/>
      </dsp:txXfrm>
    </dsp:sp>
    <dsp:sp modelId="{A50D136D-1C83-9F47-8BD3-66E37A0EFCEE}">
      <dsp:nvSpPr>
        <dsp:cNvPr id="0" name=""/>
        <dsp:cNvSpPr/>
      </dsp:nvSpPr>
      <dsp:spPr>
        <a:xfrm>
          <a:off x="2345438" y="2721883"/>
          <a:ext cx="399926" cy="312794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EE736-E7EF-104C-B187-CD0627AF9343}">
      <dsp:nvSpPr>
        <dsp:cNvPr id="0" name=""/>
        <dsp:cNvSpPr/>
      </dsp:nvSpPr>
      <dsp:spPr>
        <a:xfrm>
          <a:off x="2164328" y="1734772"/>
          <a:ext cx="762146" cy="7621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Clustering technique (K means)</a:t>
          </a:r>
        </a:p>
      </dsp:txBody>
      <dsp:txXfrm>
        <a:off x="2275942" y="1846386"/>
        <a:ext cx="538918" cy="538918"/>
      </dsp:txXfrm>
    </dsp:sp>
    <dsp:sp modelId="{8276337B-3CE9-0546-80BD-505CCE4800AD}">
      <dsp:nvSpPr>
        <dsp:cNvPr id="0" name=""/>
        <dsp:cNvSpPr/>
      </dsp:nvSpPr>
      <dsp:spPr>
        <a:xfrm>
          <a:off x="2345438" y="1274433"/>
          <a:ext cx="399926" cy="312794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B26B0-C9D5-9F40-8412-A36E6C2DD07A}">
      <dsp:nvSpPr>
        <dsp:cNvPr id="0" name=""/>
        <dsp:cNvSpPr/>
      </dsp:nvSpPr>
      <dsp:spPr>
        <a:xfrm>
          <a:off x="1974077" y="1946"/>
          <a:ext cx="1142648" cy="11426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Export of the most important clusters</a:t>
          </a:r>
        </a:p>
      </dsp:txBody>
      <dsp:txXfrm>
        <a:off x="2141414" y="169283"/>
        <a:ext cx="807974" cy="8079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823A5C-2D20-4640-91AB-BCE184D1DC86}">
      <dsp:nvSpPr>
        <dsp:cNvPr id="0" name=""/>
        <dsp:cNvSpPr/>
      </dsp:nvSpPr>
      <dsp:spPr>
        <a:xfrm>
          <a:off x="167515" y="729"/>
          <a:ext cx="1851012" cy="18510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PubMed Query (133 results)</a:t>
          </a:r>
        </a:p>
      </dsp:txBody>
      <dsp:txXfrm>
        <a:off x="438589" y="271803"/>
        <a:ext cx="1308864" cy="1308864"/>
      </dsp:txXfrm>
    </dsp:sp>
    <dsp:sp modelId="{23ACCAE3-12B0-2346-9F9B-6CCDFD52F3DE}">
      <dsp:nvSpPr>
        <dsp:cNvPr id="0" name=""/>
        <dsp:cNvSpPr/>
      </dsp:nvSpPr>
      <dsp:spPr>
        <a:xfrm rot="10800000">
          <a:off x="769094" y="2090753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EDB11-CA42-8345-B4A4-8116DC3DC1A7}">
      <dsp:nvSpPr>
        <dsp:cNvPr id="0" name=""/>
        <dsp:cNvSpPr/>
      </dsp:nvSpPr>
      <dsp:spPr>
        <a:xfrm>
          <a:off x="475708" y="2807789"/>
          <a:ext cx="1234625" cy="123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Export to *.</a:t>
          </a:r>
          <a:r>
            <a:rPr lang="en-GB" sz="1100" kern="1200" dirty="0" err="1"/>
            <a:t>nbib</a:t>
          </a:r>
          <a:endParaRPr lang="en-GB" sz="1100" kern="1200" dirty="0"/>
        </a:p>
      </dsp:txBody>
      <dsp:txXfrm>
        <a:off x="656515" y="2988596"/>
        <a:ext cx="873011" cy="873011"/>
      </dsp:txXfrm>
    </dsp:sp>
    <dsp:sp modelId="{B9CB7C29-2DA4-564A-AB3D-CCAB643D05D5}">
      <dsp:nvSpPr>
        <dsp:cNvPr id="0" name=""/>
        <dsp:cNvSpPr/>
      </dsp:nvSpPr>
      <dsp:spPr>
        <a:xfrm rot="5400000">
          <a:off x="2171694" y="3171749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FAB4C-B754-1941-BB44-65FEA09E1AE9}">
      <dsp:nvSpPr>
        <dsp:cNvPr id="0" name=""/>
        <dsp:cNvSpPr/>
      </dsp:nvSpPr>
      <dsp:spPr>
        <a:xfrm>
          <a:off x="3252227" y="2807789"/>
          <a:ext cx="1234625" cy="123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Conversion to RIS</a:t>
          </a:r>
        </a:p>
      </dsp:txBody>
      <dsp:txXfrm>
        <a:off x="3433034" y="2988596"/>
        <a:ext cx="873011" cy="873011"/>
      </dsp:txXfrm>
    </dsp:sp>
    <dsp:sp modelId="{776A3F02-D721-B042-B62A-CAB953DAAEF3}">
      <dsp:nvSpPr>
        <dsp:cNvPr id="0" name=""/>
        <dsp:cNvSpPr/>
      </dsp:nvSpPr>
      <dsp:spPr>
        <a:xfrm>
          <a:off x="3545613" y="1907975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71D57-F959-C740-92A2-5188E685E59B}">
      <dsp:nvSpPr>
        <dsp:cNvPr id="0" name=""/>
        <dsp:cNvSpPr/>
      </dsp:nvSpPr>
      <dsp:spPr>
        <a:xfrm>
          <a:off x="3252227" y="308922"/>
          <a:ext cx="1234625" cy="123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Visualisation with </a:t>
          </a:r>
          <a:r>
            <a:rPr lang="en-GB" sz="1100" kern="1200" dirty="0" err="1"/>
            <a:t>VOSviewer</a:t>
          </a:r>
          <a:endParaRPr lang="en-GB" sz="1100" kern="1200" dirty="0"/>
        </a:p>
      </dsp:txBody>
      <dsp:txXfrm>
        <a:off x="3433034" y="489729"/>
        <a:ext cx="873011" cy="873011"/>
      </dsp:txXfrm>
    </dsp:sp>
    <dsp:sp modelId="{7F31FFDC-737A-7045-8063-F10609D6DEE5}">
      <dsp:nvSpPr>
        <dsp:cNvPr id="0" name=""/>
        <dsp:cNvSpPr/>
      </dsp:nvSpPr>
      <dsp:spPr>
        <a:xfrm rot="5400000">
          <a:off x="4948213" y="672882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FF580-CDCB-BB4A-A5D2-71900DBD7F54}">
      <dsp:nvSpPr>
        <dsp:cNvPr id="0" name=""/>
        <dsp:cNvSpPr/>
      </dsp:nvSpPr>
      <dsp:spPr>
        <a:xfrm>
          <a:off x="6028746" y="308922"/>
          <a:ext cx="1234625" cy="123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Data cleaning and trimming with python</a:t>
          </a:r>
        </a:p>
      </dsp:txBody>
      <dsp:txXfrm>
        <a:off x="6209553" y="489729"/>
        <a:ext cx="873011" cy="873011"/>
      </dsp:txXfrm>
    </dsp:sp>
    <dsp:sp modelId="{E1827D18-96FF-654A-901F-F337DB63B676}">
      <dsp:nvSpPr>
        <dsp:cNvPr id="0" name=""/>
        <dsp:cNvSpPr/>
      </dsp:nvSpPr>
      <dsp:spPr>
        <a:xfrm rot="10800000">
          <a:off x="6322132" y="1936656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EB692-632D-5E46-8850-FA34419C7EAB}">
      <dsp:nvSpPr>
        <dsp:cNvPr id="0" name=""/>
        <dsp:cNvSpPr/>
      </dsp:nvSpPr>
      <dsp:spPr>
        <a:xfrm>
          <a:off x="6028746" y="2807789"/>
          <a:ext cx="1234625" cy="123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Title and Abstract analysis</a:t>
          </a:r>
        </a:p>
      </dsp:txBody>
      <dsp:txXfrm>
        <a:off x="6209553" y="2988596"/>
        <a:ext cx="873011" cy="873011"/>
      </dsp:txXfrm>
    </dsp:sp>
    <dsp:sp modelId="{0FBA8E37-8697-464C-985D-A5A5ACD2A47A}">
      <dsp:nvSpPr>
        <dsp:cNvPr id="0" name=""/>
        <dsp:cNvSpPr/>
      </dsp:nvSpPr>
      <dsp:spPr>
        <a:xfrm rot="5400000">
          <a:off x="7724732" y="3171749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EE736-E7EF-104C-B187-CD0627AF9343}">
      <dsp:nvSpPr>
        <dsp:cNvPr id="0" name=""/>
        <dsp:cNvSpPr/>
      </dsp:nvSpPr>
      <dsp:spPr>
        <a:xfrm>
          <a:off x="8805265" y="2807789"/>
          <a:ext cx="1234625" cy="123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TF IDF based Clustering technique (K means)</a:t>
          </a:r>
        </a:p>
      </dsp:txBody>
      <dsp:txXfrm>
        <a:off x="8986072" y="2988596"/>
        <a:ext cx="873011" cy="873011"/>
      </dsp:txXfrm>
    </dsp:sp>
    <dsp:sp modelId="{8276337B-3CE9-0546-80BD-505CCE4800AD}">
      <dsp:nvSpPr>
        <dsp:cNvPr id="0" name=""/>
        <dsp:cNvSpPr/>
      </dsp:nvSpPr>
      <dsp:spPr>
        <a:xfrm>
          <a:off x="9098651" y="2062072"/>
          <a:ext cx="647854" cy="50670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B26B0-C9D5-9F40-8412-A36E6C2DD07A}">
      <dsp:nvSpPr>
        <dsp:cNvPr id="0" name=""/>
        <dsp:cNvSpPr/>
      </dsp:nvSpPr>
      <dsp:spPr>
        <a:xfrm>
          <a:off x="8497072" y="729"/>
          <a:ext cx="1851012" cy="18510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Export of the most important clusters</a:t>
          </a:r>
        </a:p>
      </dsp:txBody>
      <dsp:txXfrm>
        <a:off x="8768146" y="271803"/>
        <a:ext cx="1308864" cy="13088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823A5C-2D20-4640-91AB-BCE184D1DC86}">
      <dsp:nvSpPr>
        <dsp:cNvPr id="0" name=""/>
        <dsp:cNvSpPr/>
      </dsp:nvSpPr>
      <dsp:spPr>
        <a:xfrm>
          <a:off x="538920" y="3851"/>
          <a:ext cx="1116570" cy="1116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PubMed Query (133 results)</a:t>
          </a:r>
        </a:p>
      </dsp:txBody>
      <dsp:txXfrm>
        <a:off x="702438" y="167369"/>
        <a:ext cx="789534" cy="789534"/>
      </dsp:txXfrm>
    </dsp:sp>
    <dsp:sp modelId="{23ACCAE3-12B0-2346-9F9B-6CCDFD52F3DE}">
      <dsp:nvSpPr>
        <dsp:cNvPr id="0" name=""/>
        <dsp:cNvSpPr/>
      </dsp:nvSpPr>
      <dsp:spPr>
        <a:xfrm rot="10800000">
          <a:off x="901805" y="1264599"/>
          <a:ext cx="390799" cy="30565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EDB11-CA42-8345-B4A4-8116DC3DC1A7}">
      <dsp:nvSpPr>
        <dsp:cNvPr id="0" name=""/>
        <dsp:cNvSpPr/>
      </dsp:nvSpPr>
      <dsp:spPr>
        <a:xfrm>
          <a:off x="724829" y="1697130"/>
          <a:ext cx="744752" cy="7447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Export to *.</a:t>
          </a:r>
          <a:r>
            <a:rPr lang="en-GB" sz="700" kern="1200" dirty="0" err="1"/>
            <a:t>nbib</a:t>
          </a:r>
          <a:endParaRPr lang="en-GB" sz="700" kern="1200" dirty="0"/>
        </a:p>
      </dsp:txBody>
      <dsp:txXfrm>
        <a:off x="833895" y="1806196"/>
        <a:ext cx="526620" cy="526620"/>
      </dsp:txXfrm>
    </dsp:sp>
    <dsp:sp modelId="{B9CB7C29-2DA4-564A-AB3D-CCAB643D05D5}">
      <dsp:nvSpPr>
        <dsp:cNvPr id="0" name=""/>
        <dsp:cNvSpPr/>
      </dsp:nvSpPr>
      <dsp:spPr>
        <a:xfrm rot="10800000">
          <a:off x="901805" y="2679015"/>
          <a:ext cx="390799" cy="30565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FAB4C-B754-1941-BB44-65FEA09E1AE9}">
      <dsp:nvSpPr>
        <dsp:cNvPr id="0" name=""/>
        <dsp:cNvSpPr/>
      </dsp:nvSpPr>
      <dsp:spPr>
        <a:xfrm>
          <a:off x="724829" y="3204501"/>
          <a:ext cx="744752" cy="7447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Conversion to RIS</a:t>
          </a:r>
        </a:p>
      </dsp:txBody>
      <dsp:txXfrm>
        <a:off x="833895" y="3313567"/>
        <a:ext cx="526620" cy="526620"/>
      </dsp:txXfrm>
    </dsp:sp>
    <dsp:sp modelId="{776A3F02-D721-B042-B62A-CAB953DAAEF3}">
      <dsp:nvSpPr>
        <dsp:cNvPr id="0" name=""/>
        <dsp:cNvSpPr/>
      </dsp:nvSpPr>
      <dsp:spPr>
        <a:xfrm rot="10800000">
          <a:off x="901805" y="4186385"/>
          <a:ext cx="390799" cy="30565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71D57-F959-C740-92A2-5188E685E59B}">
      <dsp:nvSpPr>
        <dsp:cNvPr id="0" name=""/>
        <dsp:cNvSpPr/>
      </dsp:nvSpPr>
      <dsp:spPr>
        <a:xfrm>
          <a:off x="724829" y="4711871"/>
          <a:ext cx="744752" cy="7447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Visualisation with </a:t>
          </a:r>
          <a:r>
            <a:rPr lang="en-GB" sz="700" kern="1200" dirty="0" err="1"/>
            <a:t>VOSviewer</a:t>
          </a:r>
          <a:endParaRPr lang="en-GB" sz="700" kern="1200" dirty="0"/>
        </a:p>
      </dsp:txBody>
      <dsp:txXfrm>
        <a:off x="833895" y="4820937"/>
        <a:ext cx="526620" cy="526620"/>
      </dsp:txXfrm>
    </dsp:sp>
    <dsp:sp modelId="{7F31FFDC-737A-7045-8063-F10609D6DEE5}">
      <dsp:nvSpPr>
        <dsp:cNvPr id="0" name=""/>
        <dsp:cNvSpPr/>
      </dsp:nvSpPr>
      <dsp:spPr>
        <a:xfrm rot="5400000">
          <a:off x="1747884" y="4931420"/>
          <a:ext cx="390799" cy="30565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FF580-CDCB-BB4A-A5D2-71900DBD7F54}">
      <dsp:nvSpPr>
        <dsp:cNvPr id="0" name=""/>
        <dsp:cNvSpPr/>
      </dsp:nvSpPr>
      <dsp:spPr>
        <a:xfrm>
          <a:off x="2399685" y="4711871"/>
          <a:ext cx="744752" cy="7447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Data cleaning and trimming with python</a:t>
          </a:r>
        </a:p>
      </dsp:txBody>
      <dsp:txXfrm>
        <a:off x="2508751" y="4820937"/>
        <a:ext cx="526620" cy="526620"/>
      </dsp:txXfrm>
    </dsp:sp>
    <dsp:sp modelId="{E1827D18-96FF-654A-901F-F337DB63B676}">
      <dsp:nvSpPr>
        <dsp:cNvPr id="0" name=""/>
        <dsp:cNvSpPr/>
      </dsp:nvSpPr>
      <dsp:spPr>
        <a:xfrm>
          <a:off x="2576661" y="4169084"/>
          <a:ext cx="390799" cy="30565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EB692-632D-5E46-8850-FA34419C7EAB}">
      <dsp:nvSpPr>
        <dsp:cNvPr id="0" name=""/>
        <dsp:cNvSpPr/>
      </dsp:nvSpPr>
      <dsp:spPr>
        <a:xfrm>
          <a:off x="2399685" y="3204501"/>
          <a:ext cx="744752" cy="7447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Title and Abstract analysis</a:t>
          </a:r>
        </a:p>
      </dsp:txBody>
      <dsp:txXfrm>
        <a:off x="2508751" y="3313567"/>
        <a:ext cx="526620" cy="526620"/>
      </dsp:txXfrm>
    </dsp:sp>
    <dsp:sp modelId="{0FBA8E37-8697-464C-985D-A5A5ACD2A47A}">
      <dsp:nvSpPr>
        <dsp:cNvPr id="0" name=""/>
        <dsp:cNvSpPr/>
      </dsp:nvSpPr>
      <dsp:spPr>
        <a:xfrm>
          <a:off x="2576661" y="2661714"/>
          <a:ext cx="390799" cy="30565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EE736-E7EF-104C-B187-CD0627AF9343}">
      <dsp:nvSpPr>
        <dsp:cNvPr id="0" name=""/>
        <dsp:cNvSpPr/>
      </dsp:nvSpPr>
      <dsp:spPr>
        <a:xfrm>
          <a:off x="2399685" y="1697130"/>
          <a:ext cx="744752" cy="7447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TF IDF based Clustering technique (K means)</a:t>
          </a:r>
        </a:p>
      </dsp:txBody>
      <dsp:txXfrm>
        <a:off x="2508751" y="1806196"/>
        <a:ext cx="526620" cy="526620"/>
      </dsp:txXfrm>
    </dsp:sp>
    <dsp:sp modelId="{8276337B-3CE9-0546-80BD-505CCE4800AD}">
      <dsp:nvSpPr>
        <dsp:cNvPr id="0" name=""/>
        <dsp:cNvSpPr/>
      </dsp:nvSpPr>
      <dsp:spPr>
        <a:xfrm>
          <a:off x="2576661" y="1247298"/>
          <a:ext cx="390799" cy="305655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B26B0-C9D5-9F40-8412-A36E6C2DD07A}">
      <dsp:nvSpPr>
        <dsp:cNvPr id="0" name=""/>
        <dsp:cNvSpPr/>
      </dsp:nvSpPr>
      <dsp:spPr>
        <a:xfrm>
          <a:off x="2213776" y="3851"/>
          <a:ext cx="1116570" cy="11165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Export of the most important clusters</a:t>
          </a:r>
        </a:p>
      </dsp:txBody>
      <dsp:txXfrm>
        <a:off x="2377294" y="167369"/>
        <a:ext cx="789534" cy="7895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823A5C-2D20-4640-91AB-BCE184D1DC86}">
      <dsp:nvSpPr>
        <dsp:cNvPr id="0" name=""/>
        <dsp:cNvSpPr/>
      </dsp:nvSpPr>
      <dsp:spPr>
        <a:xfrm>
          <a:off x="192144" y="1137"/>
          <a:ext cx="1155263" cy="11552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PubMed Query (1320 results)</a:t>
          </a:r>
        </a:p>
      </dsp:txBody>
      <dsp:txXfrm>
        <a:off x="361328" y="170321"/>
        <a:ext cx="816895" cy="816895"/>
      </dsp:txXfrm>
    </dsp:sp>
    <dsp:sp modelId="{23ACCAE3-12B0-2346-9F9B-6CCDFD52F3DE}">
      <dsp:nvSpPr>
        <dsp:cNvPr id="0" name=""/>
        <dsp:cNvSpPr/>
      </dsp:nvSpPr>
      <dsp:spPr>
        <a:xfrm rot="10800000">
          <a:off x="567604" y="1305574"/>
          <a:ext cx="404342" cy="316247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EDB11-CA42-8345-B4A4-8116DC3DC1A7}">
      <dsp:nvSpPr>
        <dsp:cNvPr id="0" name=""/>
        <dsp:cNvSpPr/>
      </dsp:nvSpPr>
      <dsp:spPr>
        <a:xfrm>
          <a:off x="384495" y="1753094"/>
          <a:ext cx="770560" cy="7705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Export to *.</a:t>
          </a:r>
          <a:r>
            <a:rPr lang="en-GB" sz="1000" kern="1200" dirty="0" err="1"/>
            <a:t>nbib</a:t>
          </a:r>
          <a:endParaRPr lang="en-GB" sz="1000" kern="1200" dirty="0"/>
        </a:p>
      </dsp:txBody>
      <dsp:txXfrm>
        <a:off x="497341" y="1865940"/>
        <a:ext cx="544868" cy="544868"/>
      </dsp:txXfrm>
    </dsp:sp>
    <dsp:sp modelId="{B9CB7C29-2DA4-564A-AB3D-CCAB643D05D5}">
      <dsp:nvSpPr>
        <dsp:cNvPr id="0" name=""/>
        <dsp:cNvSpPr/>
      </dsp:nvSpPr>
      <dsp:spPr>
        <a:xfrm rot="10800000">
          <a:off x="567604" y="2769004"/>
          <a:ext cx="404342" cy="316247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FAB4C-B754-1941-BB44-65FEA09E1AE9}">
      <dsp:nvSpPr>
        <dsp:cNvPr id="0" name=""/>
        <dsp:cNvSpPr/>
      </dsp:nvSpPr>
      <dsp:spPr>
        <a:xfrm>
          <a:off x="384495" y="3312699"/>
          <a:ext cx="770560" cy="7705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Conversion</a:t>
          </a:r>
          <a:r>
            <a:rPr lang="en-GB" sz="700" kern="1200" dirty="0"/>
            <a:t> to RIS</a:t>
          </a:r>
        </a:p>
      </dsp:txBody>
      <dsp:txXfrm>
        <a:off x="497341" y="3425545"/>
        <a:ext cx="544868" cy="544868"/>
      </dsp:txXfrm>
    </dsp:sp>
    <dsp:sp modelId="{776A3F02-D721-B042-B62A-CAB953DAAEF3}">
      <dsp:nvSpPr>
        <dsp:cNvPr id="0" name=""/>
        <dsp:cNvSpPr/>
      </dsp:nvSpPr>
      <dsp:spPr>
        <a:xfrm rot="10800000">
          <a:off x="567604" y="4328609"/>
          <a:ext cx="404342" cy="316247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71D57-F959-C740-92A2-5188E685E59B}">
      <dsp:nvSpPr>
        <dsp:cNvPr id="0" name=""/>
        <dsp:cNvSpPr/>
      </dsp:nvSpPr>
      <dsp:spPr>
        <a:xfrm>
          <a:off x="384495" y="4872305"/>
          <a:ext cx="770560" cy="7705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Visualisation with </a:t>
          </a:r>
          <a:r>
            <a:rPr lang="en-GB" sz="900" kern="1200" dirty="0" err="1"/>
            <a:t>VOSviewer</a:t>
          </a:r>
          <a:endParaRPr lang="en-GB" sz="900" kern="1200" dirty="0"/>
        </a:p>
      </dsp:txBody>
      <dsp:txXfrm>
        <a:off x="497341" y="4985151"/>
        <a:ext cx="544868" cy="544868"/>
      </dsp:txXfrm>
    </dsp:sp>
    <dsp:sp modelId="{7F31FFDC-737A-7045-8063-F10609D6DEE5}">
      <dsp:nvSpPr>
        <dsp:cNvPr id="0" name=""/>
        <dsp:cNvSpPr/>
      </dsp:nvSpPr>
      <dsp:spPr>
        <a:xfrm rot="5400000">
          <a:off x="1443002" y="5099461"/>
          <a:ext cx="404342" cy="316247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FF580-CDCB-BB4A-A5D2-71900DBD7F54}">
      <dsp:nvSpPr>
        <dsp:cNvPr id="0" name=""/>
        <dsp:cNvSpPr/>
      </dsp:nvSpPr>
      <dsp:spPr>
        <a:xfrm>
          <a:off x="2117390" y="4872305"/>
          <a:ext cx="770560" cy="7705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Data cleaning and trimming with python</a:t>
          </a:r>
        </a:p>
      </dsp:txBody>
      <dsp:txXfrm>
        <a:off x="2230236" y="4985151"/>
        <a:ext cx="544868" cy="544868"/>
      </dsp:txXfrm>
    </dsp:sp>
    <dsp:sp modelId="{E1827D18-96FF-654A-901F-F337DB63B676}">
      <dsp:nvSpPr>
        <dsp:cNvPr id="0" name=""/>
        <dsp:cNvSpPr/>
      </dsp:nvSpPr>
      <dsp:spPr>
        <a:xfrm>
          <a:off x="2300499" y="4310708"/>
          <a:ext cx="404342" cy="316247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EB692-632D-5E46-8850-FA34419C7EAB}">
      <dsp:nvSpPr>
        <dsp:cNvPr id="0" name=""/>
        <dsp:cNvSpPr/>
      </dsp:nvSpPr>
      <dsp:spPr>
        <a:xfrm>
          <a:off x="2117390" y="3312699"/>
          <a:ext cx="770560" cy="7705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Title and Abstract analysis</a:t>
          </a:r>
        </a:p>
      </dsp:txBody>
      <dsp:txXfrm>
        <a:off x="2230236" y="3425545"/>
        <a:ext cx="544868" cy="544868"/>
      </dsp:txXfrm>
    </dsp:sp>
    <dsp:sp modelId="{0FBA8E37-8697-464C-985D-A5A5ACD2A47A}">
      <dsp:nvSpPr>
        <dsp:cNvPr id="0" name=""/>
        <dsp:cNvSpPr/>
      </dsp:nvSpPr>
      <dsp:spPr>
        <a:xfrm>
          <a:off x="2300499" y="2751103"/>
          <a:ext cx="404342" cy="316247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EE736-E7EF-104C-B187-CD0627AF9343}">
      <dsp:nvSpPr>
        <dsp:cNvPr id="0" name=""/>
        <dsp:cNvSpPr/>
      </dsp:nvSpPr>
      <dsp:spPr>
        <a:xfrm>
          <a:off x="2117390" y="1753094"/>
          <a:ext cx="770560" cy="7705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TF IDF based Clustering technique (K means)</a:t>
          </a:r>
        </a:p>
      </dsp:txBody>
      <dsp:txXfrm>
        <a:off x="2230236" y="1865940"/>
        <a:ext cx="544868" cy="544868"/>
      </dsp:txXfrm>
    </dsp:sp>
    <dsp:sp modelId="{8276337B-3CE9-0546-80BD-505CCE4800AD}">
      <dsp:nvSpPr>
        <dsp:cNvPr id="0" name=""/>
        <dsp:cNvSpPr/>
      </dsp:nvSpPr>
      <dsp:spPr>
        <a:xfrm>
          <a:off x="2300499" y="1287673"/>
          <a:ext cx="404342" cy="316247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B26B0-C9D5-9F40-8412-A36E6C2DD07A}">
      <dsp:nvSpPr>
        <dsp:cNvPr id="0" name=""/>
        <dsp:cNvSpPr/>
      </dsp:nvSpPr>
      <dsp:spPr>
        <a:xfrm>
          <a:off x="1925039" y="1137"/>
          <a:ext cx="1155263" cy="11552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Export of the most important clusters </a:t>
          </a:r>
        </a:p>
      </dsp:txBody>
      <dsp:txXfrm>
        <a:off x="2094223" y="170321"/>
        <a:ext cx="816895" cy="816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0.23794</cdr:x>
      <cdr:y>0.12513</cdr:y>
    </cdr:from>
    <cdr:to>
      <cdr:x>0.61098</cdr:x>
      <cdr:y>0.18843</cdr:y>
    </cdr:to>
    <cdr:sp macro="" textlink="">
      <cdr:nvSpPr>
        <cdr:cNvPr id="2" name="Rounded Rectangle 1">
          <a:extLst xmlns:a="http://schemas.openxmlformats.org/drawingml/2006/main">
            <a:ext uri="{FF2B5EF4-FFF2-40B4-BE49-F238E27FC236}">
              <a16:creationId xmlns:a16="http://schemas.microsoft.com/office/drawing/2014/main" id="{40BF59D8-D76C-76DC-92B8-66098CFB6640}"/>
            </a:ext>
          </a:extLst>
        </cdr:cNvPr>
        <cdr:cNvSpPr/>
      </cdr:nvSpPr>
      <cdr:spPr>
        <a:xfrm xmlns:a="http://schemas.openxmlformats.org/drawingml/2006/main">
          <a:off x="1617871" y="422626"/>
          <a:ext cx="2536440" cy="213783"/>
        </a:xfrm>
        <a:prstGeom xmlns:a="http://schemas.openxmlformats.org/drawingml/2006/main" prst="roundRect">
          <a:avLst/>
        </a:prstGeom>
        <a:solidFill xmlns:a="http://schemas.openxmlformats.org/drawingml/2006/main">
          <a:srgbClr val="00B0F0">
            <a:alpha val="18824"/>
          </a:srgbClr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kern="1200"/>
        </a:p>
      </cdr:txBody>
    </cdr:sp>
  </cdr:relSizeAnchor>
  <cdr:relSizeAnchor xmlns:cdr="http://schemas.openxmlformats.org/drawingml/2006/chartDrawing">
    <cdr:from>
      <cdr:x>0.3186</cdr:x>
      <cdr:y>0.18655</cdr:y>
    </cdr:from>
    <cdr:to>
      <cdr:x>0.57702</cdr:x>
      <cdr:y>0.26634</cdr:y>
    </cdr:to>
    <cdr:sp macro="" textlink="">
      <cdr:nvSpPr>
        <cdr:cNvPr id="3" name="Rounded Rectangle 2">
          <a:extLst xmlns:a="http://schemas.openxmlformats.org/drawingml/2006/main">
            <a:ext uri="{FF2B5EF4-FFF2-40B4-BE49-F238E27FC236}">
              <a16:creationId xmlns:a16="http://schemas.microsoft.com/office/drawing/2014/main" id="{CC9DA2AB-AD0D-723B-2988-2857D2994FC9}"/>
            </a:ext>
          </a:extLst>
        </cdr:cNvPr>
        <cdr:cNvSpPr/>
      </cdr:nvSpPr>
      <cdr:spPr>
        <a:xfrm xmlns:a="http://schemas.openxmlformats.org/drawingml/2006/main">
          <a:off x="2166325" y="630080"/>
          <a:ext cx="1757108" cy="269490"/>
        </a:xfrm>
        <a:prstGeom xmlns:a="http://schemas.openxmlformats.org/drawingml/2006/main" prst="roundRect">
          <a:avLst/>
        </a:prstGeom>
        <a:solidFill xmlns:a="http://schemas.openxmlformats.org/drawingml/2006/main">
          <a:srgbClr val="B5B667">
            <a:alpha val="21961"/>
          </a:srgbClr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 kern="1200"/>
        </a:p>
      </cdr:txBody>
    </cdr:sp>
  </cdr:relSizeAnchor>
  <cdr:relSizeAnchor xmlns:cdr="http://schemas.openxmlformats.org/drawingml/2006/chartDrawing">
    <cdr:from>
      <cdr:x>0.73346</cdr:x>
      <cdr:y>0.59669</cdr:y>
    </cdr:from>
    <cdr:to>
      <cdr:x>0.92035</cdr:x>
      <cdr:y>0.68999</cdr:y>
    </cdr:to>
    <cdr:sp macro="" textlink="">
      <cdr:nvSpPr>
        <cdr:cNvPr id="4" name="Rounded Rectangle 3">
          <a:extLst xmlns:a="http://schemas.openxmlformats.org/drawingml/2006/main">
            <a:ext uri="{FF2B5EF4-FFF2-40B4-BE49-F238E27FC236}">
              <a16:creationId xmlns:a16="http://schemas.microsoft.com/office/drawing/2014/main" id="{7DDE1280-2446-6C00-FC4D-8B9E678D8846}"/>
            </a:ext>
          </a:extLst>
        </cdr:cNvPr>
        <cdr:cNvSpPr/>
      </cdr:nvSpPr>
      <cdr:spPr>
        <a:xfrm xmlns:a="http://schemas.openxmlformats.org/drawingml/2006/main">
          <a:off x="4987105" y="2015326"/>
          <a:ext cx="1270726" cy="315124"/>
        </a:xfrm>
        <a:prstGeom xmlns:a="http://schemas.openxmlformats.org/drawingml/2006/main" prst="roundRect">
          <a:avLst/>
        </a:prstGeom>
        <a:solidFill xmlns:a="http://schemas.openxmlformats.org/drawingml/2006/main">
          <a:srgbClr val="B4E5A2">
            <a:alpha val="18824"/>
          </a:srgbClr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 kern="1200"/>
        </a:p>
      </cdr:txBody>
    </cdr:sp>
  </cdr:relSizeAnchor>
  <cdr:relSizeAnchor xmlns:cdr="http://schemas.openxmlformats.org/drawingml/2006/chartDrawing">
    <cdr:from>
      <cdr:x>0.28225</cdr:x>
      <cdr:y>0.26482</cdr:y>
    </cdr:from>
    <cdr:to>
      <cdr:x>0.4765</cdr:x>
      <cdr:y>0.38918</cdr:y>
    </cdr:to>
    <cdr:sp macro="" textlink="">
      <cdr:nvSpPr>
        <cdr:cNvPr id="5" name="Rounded Rectangle 4">
          <a:extLst xmlns:a="http://schemas.openxmlformats.org/drawingml/2006/main">
            <a:ext uri="{FF2B5EF4-FFF2-40B4-BE49-F238E27FC236}">
              <a16:creationId xmlns:a16="http://schemas.microsoft.com/office/drawing/2014/main" id="{30C215E0-3896-4FE0-68A1-A134A06113DD}"/>
            </a:ext>
          </a:extLst>
        </cdr:cNvPr>
        <cdr:cNvSpPr/>
      </cdr:nvSpPr>
      <cdr:spPr>
        <a:xfrm xmlns:a="http://schemas.openxmlformats.org/drawingml/2006/main">
          <a:off x="1919111" y="894428"/>
          <a:ext cx="1320800" cy="420022"/>
        </a:xfrm>
        <a:prstGeom xmlns:a="http://schemas.openxmlformats.org/drawingml/2006/main" prst="roundRect">
          <a:avLst/>
        </a:prstGeom>
        <a:solidFill xmlns:a="http://schemas.openxmlformats.org/drawingml/2006/main">
          <a:srgbClr val="7F7F7F">
            <a:alpha val="23922"/>
          </a:srgbClr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 kern="12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9D264-0053-024F-9499-8DE088C47C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EAE52-77BC-9D4F-BCE9-C81EC8C3D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09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EAE52-77BC-9D4F-BCE9-C81EC8C3D02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57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4E5DC-F742-AD9E-012E-7D0C8DDC0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D4016-249F-4234-355A-FF4F9B801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0295D-9031-155E-C7F9-0027E373E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F5FB-3661-9241-A0E4-8F4C7F243C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2E261-118F-734F-EFF7-44DF0BEC3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51573-3B8B-61C1-D47E-A70A9E53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A40D-1320-754E-91AF-D2540FF54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1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68CD9-306F-2E02-21CD-1B0F9D81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5DA83-E3C0-E44A-7A69-FB15E58CA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6418-3E92-534B-74F5-319202A9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F5FB-3661-9241-A0E4-8F4C7F243C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A96D0-2E90-0322-A907-B4AE12E4A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0EF64-23B3-599C-00EC-8C285A6C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A40D-1320-754E-91AF-D2540FF54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5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AD51-5B87-29DB-EFA4-7C2A54EEC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5A534-A412-113A-745B-0A31988BF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5D8AC-150E-049E-9DC2-D60318B3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F5FB-3661-9241-A0E4-8F4C7F243C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D9F51-2705-28B7-882B-5D6703DA3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014A7-951A-82DF-5849-3C1BD153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A40D-1320-754E-91AF-D2540FF54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2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98CD-81E8-52D9-0AFE-5B1530BB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A7EFF-9976-95BE-C98F-6E9102DA0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B3A9-F08B-FD18-92CB-78E06B69E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BF8C5-53DE-B87B-2E53-9F9A85EA9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F5FB-3661-9241-A0E4-8F4C7F243C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C4F2C-6316-87A0-BA64-1397A13D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B8E9D-FFCA-6DD4-351B-F093A575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A40D-1320-754E-91AF-D2540FF54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29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1C3E-9391-333B-B558-E05672834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6EDC6-D327-1292-9A8D-BDFE96D35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1A985-FFF1-8C12-26EF-2D0D75190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A022E1-A443-ACC5-40B6-43AFC11636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81A32C-EAC0-966A-D1F8-75863568D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D3DE2-3CE5-9155-77CB-95D5D5EE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F5FB-3661-9241-A0E4-8F4C7F243C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54E8A-45F6-D727-3469-8676C7677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E57293-32DC-9F55-CF00-BEECDAEF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A40D-1320-754E-91AF-D2540FF54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19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5FFBB-6ACB-C15B-12B9-11647BAE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AC16F-05A9-83F2-7319-5F3CF319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F5FB-3661-9241-A0E4-8F4C7F243C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A9EDD-1F66-7732-7ABF-0781179E8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E98D4-17B1-714C-02EB-A4CA36C46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A40D-1320-754E-91AF-D2540FF54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6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6CB4B-E7AD-53D5-3293-2BC992D40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F5FB-3661-9241-A0E4-8F4C7F243C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181BDA-E342-DACF-EF1E-B1E9E8E5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1DF22-DAD4-A5FE-63D2-A5379044A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A40D-1320-754E-91AF-D2540FF54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95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49D0-6498-C50A-29A6-04354E79F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94C3D-E36C-A244-010E-B63DFEA5C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B3F6C-9553-87F4-2C3B-02B64D4B3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07F3E-8BF6-4E86-8598-7B44DCB72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F5FB-3661-9241-A0E4-8F4C7F243C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CC5A9-5D7C-E3A4-4F4D-E47313A0D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09632-0FC3-BC2C-16D4-E7CB50B6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A40D-1320-754E-91AF-D2540FF54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34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22A22-6417-D02C-7334-737C52E0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3AB2A0-2E09-8F98-3B3A-E76777636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4A843-EF36-279F-0E01-8AD611BF5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053C2-744A-8F64-A092-51DFDD860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F5FB-3661-9241-A0E4-8F4C7F243C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2862F-66D1-0D3C-9793-EDE8C3A2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225F3-F42B-1991-5092-7147A749A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A40D-1320-754E-91AF-D2540FF54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34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5DD02-9C62-A886-1CAE-595FDEE0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5F583B-21DC-E572-83A2-0BD386DD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739B8-C200-01F3-995B-B3BAB2BAE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F5FB-3661-9241-A0E4-8F4C7F243C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FDD77-3C6E-F6D0-6B2A-5C603774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9D25A-6204-DE11-1BE0-D9AA0CA2E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A40D-1320-754E-91AF-D2540FF54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18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4E0B7F-F27D-2688-E90E-6566EF9BC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23EC3-DAF6-A17F-1529-38F97E00F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DDEBC-BCDA-6377-9781-49061CE1A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F5FB-3661-9241-A0E4-8F4C7F243C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3397C-0BC3-9AC8-4D1D-180276B18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3C4EC-0B0D-A27D-9B36-8598083B6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A40D-1320-754E-91AF-D2540FF54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E7798D-9F76-5DBE-675D-A4A4851CE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59D8E-85D0-C42D-C1B8-E8A951BF2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BE21D-5D14-D128-C6D1-B77F433202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DF5FB-3661-9241-A0E4-8F4C7F243C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C1CD2-CF2A-F0D3-811C-CCCC0AC20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C46BC-23EE-EAC2-CD3B-C3E11990C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4A40D-1320-754E-91AF-D2540FF54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0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chart" Target="../charts/chart1.xml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9.png"/><Relationship Id="rId9" Type="http://schemas.microsoft.com/office/2007/relationships/diagramDrawing" Target="../diagrams/drawing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1.png"/><Relationship Id="rId7" Type="http://schemas.openxmlformats.org/officeDocument/2006/relationships/diagramColors" Target="../diagrams/colors5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EF1B-318C-2391-9A85-BBEACD3C98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Bibliometric analysis on Microgravity and Muscular atrophy and selection of plants to mitigate 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0BD69-6111-D28B-CC3E-96987D095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6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51F82-F60A-893C-F0A1-190AF0DB1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for PubMed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ECE63-813B-708D-3411-82EA19A7A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((("Muscular Atrophy"[</a:t>
            </a:r>
            <a:r>
              <a:rPr lang="en-US" dirty="0" err="1"/>
              <a:t>MeSH</a:t>
            </a:r>
            <a:r>
              <a:rPr lang="en-US" dirty="0"/>
              <a:t>] OR "muscle atrophy" OR "skeletal muscle atrophy" OR "muscle wasting" OR "muscle loss")) AND (("Space Flight"[</a:t>
            </a:r>
            <a:r>
              <a:rPr lang="en-US" dirty="0" err="1"/>
              <a:t>MeSH</a:t>
            </a:r>
            <a:r>
              <a:rPr lang="en-US" dirty="0"/>
              <a:t>] OR spaceflight OR microgravity OR weightlessness OR "bed rest" OR immobilization OR "hindlimb unloading" OR "hindlimb suspension"))) AND ((mTOR OR FOXO OR autophagy OR ubiquitin OR MuRF1 OR Atrogin-1 OR AMPK OR mitochondria))</a:t>
            </a:r>
          </a:p>
        </p:txBody>
      </p:sp>
    </p:spTree>
    <p:extLst>
      <p:ext uri="{BB962C8B-B14F-4D97-AF65-F5344CB8AC3E}">
        <p14:creationId xmlns:p14="http://schemas.microsoft.com/office/powerpoint/2010/main" val="3019014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E8DF1-3DC5-FB3E-F9B8-4081F61BC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B8FC2-D309-D32F-B6FF-3A80ED0EC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pipeline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BF34CD-00A8-4FE2-11C3-3031245347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983923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7446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24B7E-C7FF-C2F1-FC08-372CFCB1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0F3A9-62FB-36D5-A42B-4B2CE15D7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200745-1F29-7255-18CB-F1CDBE7D9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314" y="-132292"/>
            <a:ext cx="8240485" cy="68670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C93905D-CF33-FEFB-496F-D66422E154B2}"/>
              </a:ext>
            </a:extLst>
          </p:cNvPr>
          <p:cNvSpPr/>
          <p:nvPr/>
        </p:nvSpPr>
        <p:spPr>
          <a:xfrm>
            <a:off x="1996068" y="1572322"/>
            <a:ext cx="1505415" cy="57986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34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words&#10;&#10;AI-generated content may be incorrect.">
            <a:extLst>
              <a:ext uri="{FF2B5EF4-FFF2-40B4-BE49-F238E27FC236}">
                <a16:creationId xmlns:a16="http://schemas.microsoft.com/office/drawing/2014/main" id="{EBF33228-D62B-58FA-9C23-CAA6F3765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3843" y="533853"/>
            <a:ext cx="9844314" cy="5469064"/>
          </a:xfr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CAAE87-FBB3-4CCA-531A-0C5CFC1EF446}"/>
              </a:ext>
            </a:extLst>
          </p:cNvPr>
          <p:cNvSpPr/>
          <p:nvPr/>
        </p:nvSpPr>
        <p:spPr>
          <a:xfrm>
            <a:off x="3914078" y="365125"/>
            <a:ext cx="2821259" cy="482368"/>
          </a:xfrm>
          <a:prstGeom prst="roundRect">
            <a:avLst/>
          </a:prstGeom>
          <a:solidFill>
            <a:srgbClr val="156082">
              <a:alpha val="1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0EBE9F-F527-69DC-6912-FED5DC67DCCD}"/>
              </a:ext>
            </a:extLst>
          </p:cNvPr>
          <p:cNvSpPr/>
          <p:nvPr/>
        </p:nvSpPr>
        <p:spPr>
          <a:xfrm>
            <a:off x="3832303" y="2565857"/>
            <a:ext cx="5467814" cy="589937"/>
          </a:xfrm>
          <a:prstGeom prst="roundRect">
            <a:avLst/>
          </a:prstGeom>
          <a:solidFill>
            <a:srgbClr val="156082">
              <a:alpha val="1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E54387A-6919-DCCE-817A-A7BEFF704DED}"/>
              </a:ext>
            </a:extLst>
          </p:cNvPr>
          <p:cNvSpPr/>
          <p:nvPr/>
        </p:nvSpPr>
        <p:spPr>
          <a:xfrm>
            <a:off x="1397621" y="4197528"/>
            <a:ext cx="9274096" cy="1325563"/>
          </a:xfrm>
          <a:prstGeom prst="roundRect">
            <a:avLst/>
          </a:prstGeom>
          <a:solidFill>
            <a:srgbClr val="156082">
              <a:alpha val="1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4AC8D60-E3C7-B468-05C4-82B5855B18C3}"/>
              </a:ext>
            </a:extLst>
          </p:cNvPr>
          <p:cNvSpPr/>
          <p:nvPr/>
        </p:nvSpPr>
        <p:spPr>
          <a:xfrm>
            <a:off x="8878784" y="449368"/>
            <a:ext cx="1670270" cy="405716"/>
          </a:xfrm>
          <a:prstGeom prst="roundRect">
            <a:avLst/>
          </a:prstGeom>
          <a:solidFill>
            <a:srgbClr val="156082">
              <a:alpha val="1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614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7216-9D1E-F095-EA7D-94391DCCF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network diagram of green circles and white text&#10;&#10;AI-generated content may be incorrect.">
            <a:extLst>
              <a:ext uri="{FF2B5EF4-FFF2-40B4-BE49-F238E27FC236}">
                <a16:creationId xmlns:a16="http://schemas.microsoft.com/office/drawing/2014/main" id="{B02896F1-E0DB-71A6-7228-C2D8F49F0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3809" y="-58309"/>
            <a:ext cx="6916309" cy="6916309"/>
          </a:xfrm>
        </p:spPr>
      </p:pic>
    </p:spTree>
    <p:extLst>
      <p:ext uri="{BB962C8B-B14F-4D97-AF65-F5344CB8AC3E}">
        <p14:creationId xmlns:p14="http://schemas.microsoft.com/office/powerpoint/2010/main" val="153432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text on it&#10;&#10;AI-generated content may be incorrect.">
            <a:extLst>
              <a:ext uri="{FF2B5EF4-FFF2-40B4-BE49-F238E27FC236}">
                <a16:creationId xmlns:a16="http://schemas.microsoft.com/office/drawing/2014/main" id="{A6E9B936-BFAC-3B4F-C4C3-AA58E5EDC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1542" y="1"/>
            <a:ext cx="6460311" cy="365760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100067-DC44-1BB5-870F-4FF0C02B6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844" y="3668425"/>
            <a:ext cx="4403497" cy="318957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D35A891-9556-1723-02AD-A5E67494A924}"/>
              </a:ext>
            </a:extLst>
          </p:cNvPr>
          <p:cNvSpPr/>
          <p:nvPr/>
        </p:nvSpPr>
        <p:spPr>
          <a:xfrm>
            <a:off x="7490342" y="4854222"/>
            <a:ext cx="1529482" cy="1541739"/>
          </a:xfrm>
          <a:prstGeom prst="ellipse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2DA6C9-4765-8DCF-909F-E38B7BF4A2BC}"/>
              </a:ext>
            </a:extLst>
          </p:cNvPr>
          <p:cNvSpPr/>
          <p:nvPr/>
        </p:nvSpPr>
        <p:spPr>
          <a:xfrm>
            <a:off x="7732889" y="1083733"/>
            <a:ext cx="1286935" cy="372534"/>
          </a:xfrm>
          <a:prstGeom prst="roundRect">
            <a:avLst/>
          </a:prstGeom>
          <a:solidFill>
            <a:srgbClr val="78206E">
              <a:alpha val="1215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3282CF19-FB39-E5D7-045D-910B09018D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7249036"/>
              </p:ext>
            </p:extLst>
          </p:nvPr>
        </p:nvGraphicFramePr>
        <p:xfrm>
          <a:off x="100147" y="1083733"/>
          <a:ext cx="3376831" cy="5774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E606D0A-DAA5-5CB6-E023-B903824AB3A5}"/>
              </a:ext>
            </a:extLst>
          </p:cNvPr>
          <p:cNvSpPr txBox="1">
            <a:spLocks/>
          </p:cNvSpPr>
          <p:nvPr/>
        </p:nvSpPr>
        <p:spPr>
          <a:xfrm>
            <a:off x="3351409" y="3931883"/>
            <a:ext cx="3376831" cy="29261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Final selection of papers: 24</a:t>
            </a:r>
          </a:p>
          <a:p>
            <a:r>
              <a:rPr lang="en-US" dirty="0"/>
              <a:t>Future plan: </a:t>
            </a:r>
          </a:p>
          <a:p>
            <a:pPr lvl="1"/>
            <a:r>
              <a:rPr lang="en-US" dirty="0"/>
              <a:t>Manual study of sorted papers</a:t>
            </a:r>
          </a:p>
          <a:p>
            <a:pPr lvl="1"/>
            <a:r>
              <a:rPr lang="en-US" dirty="0"/>
              <a:t>Systematic Review based on the final selection of papers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03E4CC-FD5D-4BD9-6928-49AC2613DF71}"/>
              </a:ext>
            </a:extLst>
          </p:cNvPr>
          <p:cNvSpPr txBox="1"/>
          <p:nvPr/>
        </p:nvSpPr>
        <p:spPr>
          <a:xfrm>
            <a:off x="248356" y="225778"/>
            <a:ext cx="4865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Microgravity and muscular atrophy: Pipeline and results</a:t>
            </a:r>
          </a:p>
        </p:txBody>
      </p:sp>
    </p:spTree>
    <p:extLst>
      <p:ext uri="{BB962C8B-B14F-4D97-AF65-F5344CB8AC3E}">
        <p14:creationId xmlns:p14="http://schemas.microsoft.com/office/powerpoint/2010/main" val="1681038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33E1-CC47-FA70-7F7A-89ED4E717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2A215-4C55-F4F5-C4B9-FD2780BDB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22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7D6A48-0EF1-AD4C-2B0A-9EA1A3B1E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954" y="0"/>
            <a:ext cx="9468091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D5A4522-D327-21F8-396D-132C1F951BF9}"/>
              </a:ext>
            </a:extLst>
          </p:cNvPr>
          <p:cNvSpPr/>
          <p:nvPr/>
        </p:nvSpPr>
        <p:spPr>
          <a:xfrm>
            <a:off x="2496457" y="2685143"/>
            <a:ext cx="3135086" cy="3135086"/>
          </a:xfrm>
          <a:prstGeom prst="ellipse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95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ABBB-FC8A-345E-5062-63FED58E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EE7BC-9059-6EE1-A11A-77DB3C0B0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0208C-C395-4C47-73E6-98E2BCCE8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8" y="0"/>
            <a:ext cx="11507492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333D02-0A55-DA54-4D6B-08398D6CD9EB}"/>
              </a:ext>
            </a:extLst>
          </p:cNvPr>
          <p:cNvSpPr/>
          <p:nvPr/>
        </p:nvSpPr>
        <p:spPr>
          <a:xfrm>
            <a:off x="7184571" y="3657600"/>
            <a:ext cx="1059543" cy="3018971"/>
          </a:xfrm>
          <a:prstGeom prst="round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33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D52B-CCC3-B2AB-16AA-B659FBE95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99153-41D9-C3C6-7BB6-DC1CC2FD9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selection of papers: 24</a:t>
            </a:r>
          </a:p>
          <a:p>
            <a:endParaRPr lang="en-US" dirty="0"/>
          </a:p>
          <a:p>
            <a:r>
              <a:rPr lang="en-US" dirty="0"/>
              <a:t>Future plan: </a:t>
            </a:r>
          </a:p>
          <a:p>
            <a:pPr lvl="1"/>
            <a:r>
              <a:rPr lang="en-US" dirty="0"/>
              <a:t>Manual study of sorted papers</a:t>
            </a:r>
          </a:p>
          <a:p>
            <a:pPr lvl="1"/>
            <a:r>
              <a:rPr lang="en-US" dirty="0"/>
              <a:t>Systematic Review based on the final selection of papers</a:t>
            </a:r>
          </a:p>
        </p:txBody>
      </p:sp>
    </p:spTree>
    <p:extLst>
      <p:ext uri="{BB962C8B-B14F-4D97-AF65-F5344CB8AC3E}">
        <p14:creationId xmlns:p14="http://schemas.microsoft.com/office/powerpoint/2010/main" val="3836316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B7E5-FE70-4EFB-165A-FB5891E28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Plant selection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9F282-5382-E53F-4D99-A97DC5AED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((</a:t>
            </a:r>
            <a:r>
              <a:rPr lang="en-US" dirty="0" err="1"/>
              <a:t>indian</a:t>
            </a:r>
            <a:r>
              <a:rPr lang="en-US" dirty="0"/>
              <a:t> AND (herbal OR ethnopharmacological OR traditional) OR Ayurveda) AND (muscle OR </a:t>
            </a:r>
            <a:r>
              <a:rPr lang="en-US" dirty="0" err="1"/>
              <a:t>myofibre</a:t>
            </a:r>
            <a:r>
              <a:rPr lang="en-US" dirty="0"/>
              <a:t> OR myopathy OR atrophy OR wasting) AND (atrophy OR degradation OR unuse OR unloading)) NOT ( Review[pt] OR Systematic NOT Review[pt] OR Meta-Analysis[pt] OR Guideline[pt] OR Practice Guideline[pt] OR Editorial[pt] OR Letter[pt] OR Comment[pt] OR News[pt])</a:t>
            </a:r>
          </a:p>
        </p:txBody>
      </p:sp>
    </p:spTree>
    <p:extLst>
      <p:ext uri="{BB962C8B-B14F-4D97-AF65-F5344CB8AC3E}">
        <p14:creationId xmlns:p14="http://schemas.microsoft.com/office/powerpoint/2010/main" val="867770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ABD18-7108-87C4-581E-63E895A7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pipeline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F636FC-CF17-74CE-2D2C-2EF8F7591E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57312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2367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D1D4-1029-C021-8838-24A4F7E2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375"/>
          </a:xfrm>
        </p:spPr>
        <p:txBody>
          <a:bodyPr/>
          <a:lstStyle/>
          <a:p>
            <a:r>
              <a:rPr lang="en-US" dirty="0"/>
              <a:t>Title based co-occurrence search </a:t>
            </a:r>
          </a:p>
        </p:txBody>
      </p:sp>
      <p:pic>
        <p:nvPicPr>
          <p:cNvPr id="5" name="Content Placeholder 4" descr="A close-up of a network&#10;&#10;AI-generated content may be incorrect.">
            <a:extLst>
              <a:ext uri="{FF2B5EF4-FFF2-40B4-BE49-F238E27FC236}">
                <a16:creationId xmlns:a16="http://schemas.microsoft.com/office/drawing/2014/main" id="{CA361893-A4AA-3E5E-C52B-2BE4FF86F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0336" r="21970" b="38300"/>
          <a:stretch>
            <a:fillRect/>
          </a:stretch>
        </p:blipFill>
        <p:spPr>
          <a:xfrm>
            <a:off x="6297266" y="1690688"/>
            <a:ext cx="5475634" cy="3630612"/>
          </a:xfrm>
          <a:prstGeom prst="ellipse">
            <a:avLst/>
          </a:prstGeom>
          <a:ln>
            <a:solidFill>
              <a:srgbClr val="5C5D5F"/>
            </a:solidFill>
          </a:ln>
        </p:spPr>
      </p:pic>
      <p:pic>
        <p:nvPicPr>
          <p:cNvPr id="7" name="Picture 6" descr="A diagram of a network of words&#10;&#10;AI-generated content may be incorrect.">
            <a:extLst>
              <a:ext uri="{FF2B5EF4-FFF2-40B4-BE49-F238E27FC236}">
                <a16:creationId xmlns:a16="http://schemas.microsoft.com/office/drawing/2014/main" id="{53D8C0F5-82E3-9CBD-105E-3A4B74E7B5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3" t="3298" r="9928" b="5481"/>
          <a:stretch>
            <a:fillRect/>
          </a:stretch>
        </p:blipFill>
        <p:spPr>
          <a:xfrm>
            <a:off x="571500" y="1690688"/>
            <a:ext cx="5181600" cy="417671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AB0F2F82-62B3-E651-3851-5DF66A1AAAB2}"/>
              </a:ext>
            </a:extLst>
          </p:cNvPr>
          <p:cNvSpPr/>
          <p:nvPr/>
        </p:nvSpPr>
        <p:spPr>
          <a:xfrm>
            <a:off x="1485900" y="1690688"/>
            <a:ext cx="3149600" cy="16891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A13B46-6814-658F-4405-3BD8B5353236}"/>
              </a:ext>
            </a:extLst>
          </p:cNvPr>
          <p:cNvCxnSpPr>
            <a:cxnSpLocks/>
            <a:stCxn id="8" idx="7"/>
            <a:endCxn id="5" idx="0"/>
          </p:cNvCxnSpPr>
          <p:nvPr/>
        </p:nvCxnSpPr>
        <p:spPr>
          <a:xfrm flipV="1">
            <a:off x="4174252" y="1690688"/>
            <a:ext cx="4860831" cy="247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4AC62F-6019-8799-EBA1-51952F619186}"/>
              </a:ext>
            </a:extLst>
          </p:cNvPr>
          <p:cNvCxnSpPr>
            <a:cxnSpLocks/>
            <a:endCxn id="5" idx="3"/>
          </p:cNvCxnSpPr>
          <p:nvPr/>
        </p:nvCxnSpPr>
        <p:spPr>
          <a:xfrm>
            <a:off x="4191000" y="3136900"/>
            <a:ext cx="2908154" cy="1652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544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6FC4223-E18C-FBC3-6E44-FC1231965D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930310"/>
              </p:ext>
            </p:extLst>
          </p:nvPr>
        </p:nvGraphicFramePr>
        <p:xfrm>
          <a:off x="5147733" y="51506"/>
          <a:ext cx="6799428" cy="3377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3FEA2F3E-310B-1332-A7A1-352C63716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637597" y="3081867"/>
            <a:ext cx="5309564" cy="3776133"/>
          </a:xfrm>
          <a:prstGeom prst="rect">
            <a:avLst/>
          </a:prstGeom>
        </p:spPr>
      </p:pic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52B1C83B-794F-A670-0B61-8727A3E1A2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5967719"/>
              </p:ext>
            </p:extLst>
          </p:nvPr>
        </p:nvGraphicFramePr>
        <p:xfrm>
          <a:off x="0" y="1106311"/>
          <a:ext cx="3869267" cy="56463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8DF9ECE-8EA4-B55F-3EF3-C869A00E7B38}"/>
              </a:ext>
            </a:extLst>
          </p:cNvPr>
          <p:cNvSpPr txBox="1">
            <a:spLocks/>
          </p:cNvSpPr>
          <p:nvPr/>
        </p:nvSpPr>
        <p:spPr>
          <a:xfrm>
            <a:off x="3213099" y="3169003"/>
            <a:ext cx="3616679" cy="35836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/>
              <a:t>Result</a:t>
            </a:r>
            <a:endParaRPr lang="en-US" sz="2000" b="1" dirty="0"/>
          </a:p>
          <a:p>
            <a:r>
              <a:rPr lang="en-US" sz="2000" dirty="0"/>
              <a:t>Final paper selection: 45</a:t>
            </a:r>
          </a:p>
          <a:p>
            <a:r>
              <a:rPr lang="en-US" sz="2000" dirty="0"/>
              <a:t>No of plants/phytoconstituent identified: 4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Curcumin (#2, Green Cluster)</a:t>
            </a:r>
          </a:p>
          <a:p>
            <a:pPr lvl="1"/>
            <a:r>
              <a:rPr lang="en-US" sz="1600" dirty="0">
                <a:solidFill>
                  <a:srgbClr val="7F7F7F"/>
                </a:solidFill>
              </a:rPr>
              <a:t>Ayurvedic formulation (#7, Grey Cluster</a:t>
            </a:r>
          </a:p>
          <a:p>
            <a:pPr lvl="1"/>
            <a:r>
              <a:rPr lang="en-US" sz="1600" dirty="0">
                <a:solidFill>
                  <a:srgbClr val="868611"/>
                </a:solidFill>
              </a:rPr>
              <a:t>Arjuna (#8, Yellow cluster)</a:t>
            </a:r>
          </a:p>
          <a:p>
            <a:pPr lvl="1"/>
            <a:r>
              <a:rPr lang="en-US" sz="1600" dirty="0">
                <a:solidFill>
                  <a:srgbClr val="00B0F0"/>
                </a:solidFill>
              </a:rPr>
              <a:t>Ashwagandha (#9, Indigo cluster)</a:t>
            </a:r>
            <a:endParaRPr lang="en-US" sz="2000" dirty="0">
              <a:solidFill>
                <a:srgbClr val="00B0F0"/>
              </a:solidFill>
            </a:endParaRPr>
          </a:p>
          <a:p>
            <a:r>
              <a:rPr lang="en-US" sz="2000" dirty="0"/>
              <a:t>Future plan of action:</a:t>
            </a:r>
          </a:p>
          <a:p>
            <a:pPr lvl="1"/>
            <a:r>
              <a:rPr lang="en-US" sz="1800" dirty="0"/>
              <a:t>Manual study of sorted papers</a:t>
            </a:r>
          </a:p>
          <a:p>
            <a:pPr lvl="1"/>
            <a:r>
              <a:rPr lang="en-US" sz="1800" dirty="0"/>
              <a:t>Systematic review</a:t>
            </a:r>
          </a:p>
          <a:p>
            <a:pPr lvl="1"/>
            <a:r>
              <a:rPr lang="en-US" sz="1800" dirty="0"/>
              <a:t>Formulation using identified plants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85142E-608C-4705-137B-3FC70B28675F}"/>
              </a:ext>
            </a:extLst>
          </p:cNvPr>
          <p:cNvSpPr txBox="1"/>
          <p:nvPr/>
        </p:nvSpPr>
        <p:spPr>
          <a:xfrm>
            <a:off x="248356" y="225778"/>
            <a:ext cx="4865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Plant selection: Pipeline and results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312FD5-9636-290A-4FB9-3E3DF6C321BD}"/>
              </a:ext>
            </a:extLst>
          </p:cNvPr>
          <p:cNvSpPr/>
          <p:nvPr/>
        </p:nvSpPr>
        <p:spPr>
          <a:xfrm rot="2032373">
            <a:off x="7881658" y="5008754"/>
            <a:ext cx="1535289" cy="1117600"/>
          </a:xfrm>
          <a:prstGeom prst="ellipse">
            <a:avLst/>
          </a:prstGeom>
          <a:solidFill>
            <a:srgbClr val="1EB1EF">
              <a:alpha val="1686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AD3C6A-1D72-B32C-6FF4-B4430014F9B1}"/>
              </a:ext>
            </a:extLst>
          </p:cNvPr>
          <p:cNvSpPr/>
          <p:nvPr/>
        </p:nvSpPr>
        <p:spPr>
          <a:xfrm>
            <a:off x="6920571" y="3929503"/>
            <a:ext cx="1083733" cy="832498"/>
          </a:xfrm>
          <a:prstGeom prst="ellipse">
            <a:avLst/>
          </a:prstGeom>
          <a:solidFill>
            <a:srgbClr val="7F7F7F">
              <a:alpha val="1686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5FD9D5-1FD6-E8B8-7F8C-6425CC4FA0C2}"/>
              </a:ext>
            </a:extLst>
          </p:cNvPr>
          <p:cNvSpPr/>
          <p:nvPr/>
        </p:nvSpPr>
        <p:spPr>
          <a:xfrm>
            <a:off x="8502773" y="5151304"/>
            <a:ext cx="1540104" cy="1430117"/>
          </a:xfrm>
          <a:prstGeom prst="ellipse">
            <a:avLst/>
          </a:prstGeom>
          <a:solidFill>
            <a:srgbClr val="00B050">
              <a:alpha val="1686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414646-41D6-0CDF-1651-53AA388C5FA8}"/>
              </a:ext>
            </a:extLst>
          </p:cNvPr>
          <p:cNvSpPr/>
          <p:nvPr/>
        </p:nvSpPr>
        <p:spPr>
          <a:xfrm>
            <a:off x="7510337" y="4434987"/>
            <a:ext cx="1540104" cy="776089"/>
          </a:xfrm>
          <a:prstGeom prst="ellipse">
            <a:avLst/>
          </a:prstGeom>
          <a:solidFill>
            <a:srgbClr val="B5B667">
              <a:alpha val="1686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96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03C6-DAFD-6969-EFF3-2EDB4ADA5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closeness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ACF20C-5343-F5D6-F643-AF260391614B}"/>
              </a:ext>
            </a:extLst>
          </p:cNvPr>
          <p:cNvSpPr/>
          <p:nvPr/>
        </p:nvSpPr>
        <p:spPr>
          <a:xfrm rot="19579480">
            <a:off x="5269492" y="4286563"/>
            <a:ext cx="2063006" cy="2068643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33543C-B048-1B8A-4EDE-2541C6EA18F7}"/>
              </a:ext>
            </a:extLst>
          </p:cNvPr>
          <p:cNvSpPr/>
          <p:nvPr/>
        </p:nvSpPr>
        <p:spPr>
          <a:xfrm>
            <a:off x="3231573" y="2388394"/>
            <a:ext cx="1818409" cy="1257300"/>
          </a:xfrm>
          <a:prstGeom prst="ellipse">
            <a:avLst/>
          </a:prstGeom>
          <a:noFill/>
          <a:ln>
            <a:solidFill>
              <a:srgbClr val="5C5D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458FEC-8029-D87F-BF9E-73FC8B3ABBBC}"/>
              </a:ext>
            </a:extLst>
          </p:cNvPr>
          <p:cNvSpPr/>
          <p:nvPr/>
        </p:nvSpPr>
        <p:spPr>
          <a:xfrm rot="2406192">
            <a:off x="3921123" y="3434492"/>
            <a:ext cx="2461119" cy="1338588"/>
          </a:xfrm>
          <a:prstGeom prst="ellipse">
            <a:avLst/>
          </a:prstGeom>
          <a:noFill/>
          <a:ln>
            <a:solidFill>
              <a:srgbClr val="5C5D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86CCE2-A6E2-E74F-9D66-EF67D5C31976}"/>
              </a:ext>
            </a:extLst>
          </p:cNvPr>
          <p:cNvSpPr/>
          <p:nvPr/>
        </p:nvSpPr>
        <p:spPr>
          <a:xfrm>
            <a:off x="3945082" y="3686563"/>
            <a:ext cx="1818409" cy="1067610"/>
          </a:xfrm>
          <a:prstGeom prst="ellipse">
            <a:avLst/>
          </a:prstGeom>
          <a:noFill/>
          <a:ln>
            <a:solidFill>
              <a:srgbClr val="5C5D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6ABE50A-1686-5A5C-9A42-C0F50A80C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63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0EA3-1A39-9323-C8A7-B99A1430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DA9BBA-6068-44CE-E31A-51037A00C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93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097B-B719-DB8E-E8EA-0D1EB700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2D399-D7A0-222A-9B70-D90E70AC9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( ("Space Flight"[Mesh] OR "Weightlessness"[Mesh] OR spaceflight[</a:t>
            </a:r>
            <a:r>
              <a:rPr lang="en-US" dirty="0" err="1"/>
              <a:t>tiab</a:t>
            </a:r>
            <a:r>
              <a:rPr lang="en-US" dirty="0"/>
              <a:t>] OR microgravity[</a:t>
            </a:r>
            <a:r>
              <a:rPr lang="en-US" dirty="0" err="1"/>
              <a:t>tiab</a:t>
            </a:r>
            <a:r>
              <a:rPr lang="en-US" dirty="0"/>
              <a:t>] OR weightlessness[</a:t>
            </a:r>
            <a:r>
              <a:rPr lang="en-US" dirty="0" err="1"/>
              <a:t>tiab</a:t>
            </a:r>
            <a:r>
              <a:rPr lang="en-US" dirty="0"/>
              <a:t>] OR "simulated microgravity"[</a:t>
            </a:r>
            <a:r>
              <a:rPr lang="en-US" dirty="0" err="1"/>
              <a:t>tiab</a:t>
            </a:r>
            <a:r>
              <a:rPr lang="en-US" dirty="0"/>
              <a:t>] OR "hindlimb unloading"[</a:t>
            </a:r>
            <a:r>
              <a:rPr lang="en-US" dirty="0" err="1"/>
              <a:t>tiab</a:t>
            </a:r>
            <a:r>
              <a:rPr lang="en-US" dirty="0"/>
              <a:t>]) AND ( neuro*[</a:t>
            </a:r>
            <a:r>
              <a:rPr lang="en-US" dirty="0" err="1"/>
              <a:t>tiab</a:t>
            </a:r>
            <a:r>
              <a:rPr lang="en-US" dirty="0"/>
              <a:t>] OR brain[</a:t>
            </a:r>
            <a:r>
              <a:rPr lang="en-US" dirty="0" err="1"/>
              <a:t>tiab</a:t>
            </a:r>
            <a:r>
              <a:rPr lang="en-US" dirty="0"/>
              <a:t>] OR CNS[</a:t>
            </a:r>
            <a:r>
              <a:rPr lang="en-US" dirty="0" err="1"/>
              <a:t>tiab</a:t>
            </a:r>
            <a:r>
              <a:rPr lang="en-US" dirty="0"/>
              <a:t>] OR cognition[</a:t>
            </a:r>
            <a:r>
              <a:rPr lang="en-US" dirty="0" err="1"/>
              <a:t>tiab</a:t>
            </a:r>
            <a:r>
              <a:rPr lang="en-US" dirty="0"/>
              <a:t>] OR cognitive[</a:t>
            </a:r>
            <a:r>
              <a:rPr lang="en-US" dirty="0" err="1"/>
              <a:t>tiab</a:t>
            </a:r>
            <a:r>
              <a:rPr lang="en-US" dirty="0"/>
              <a:t>] OR memory[</a:t>
            </a:r>
            <a:r>
              <a:rPr lang="en-US" dirty="0" err="1"/>
              <a:t>tiab</a:t>
            </a:r>
            <a:r>
              <a:rPr lang="en-US" dirty="0"/>
              <a:t>] OR learning[</a:t>
            </a:r>
            <a:r>
              <a:rPr lang="en-US" dirty="0" err="1"/>
              <a:t>tiab</a:t>
            </a:r>
            <a:r>
              <a:rPr lang="en-US" dirty="0"/>
              <a:t>] OR behavior*[</a:t>
            </a:r>
            <a:r>
              <a:rPr lang="en-US" dirty="0" err="1"/>
              <a:t>tiab</a:t>
            </a:r>
            <a:r>
              <a:rPr lang="en-US" dirty="0"/>
              <a:t>] OR psychological[</a:t>
            </a:r>
            <a:r>
              <a:rPr lang="en-US" dirty="0" err="1"/>
              <a:t>tiab</a:t>
            </a:r>
            <a:r>
              <a:rPr lang="en-US" dirty="0"/>
              <a:t>] OR anxiety[</a:t>
            </a:r>
            <a:r>
              <a:rPr lang="en-US" dirty="0" err="1"/>
              <a:t>tiab</a:t>
            </a:r>
            <a:r>
              <a:rPr lang="en-US" dirty="0"/>
              <a:t>] OR depression[</a:t>
            </a:r>
            <a:r>
              <a:rPr lang="en-US" dirty="0" err="1"/>
              <a:t>tiab</a:t>
            </a:r>
            <a:r>
              <a:rPr lang="en-US" dirty="0"/>
              <a:t>] OR stress[</a:t>
            </a:r>
            <a:r>
              <a:rPr lang="en-US" dirty="0" err="1"/>
              <a:t>tiab</a:t>
            </a:r>
            <a:r>
              <a:rPr lang="en-US" dirty="0"/>
              <a:t>] OR neuroplasticity[</a:t>
            </a:r>
            <a:r>
              <a:rPr lang="en-US" dirty="0" err="1"/>
              <a:t>tiab</a:t>
            </a:r>
            <a:r>
              <a:rPr lang="en-US" dirty="0"/>
              <a:t>] OR neuroinflammation[</a:t>
            </a:r>
            <a:r>
              <a:rPr lang="en-US" dirty="0" err="1"/>
              <a:t>tiab</a:t>
            </a:r>
            <a:r>
              <a:rPr lang="en-US" dirty="0"/>
              <a:t>] OR neurotransmitter*[</a:t>
            </a:r>
            <a:r>
              <a:rPr lang="en-US" dirty="0" err="1"/>
              <a:t>tiab</a:t>
            </a:r>
            <a:r>
              <a:rPr lang="en-US" dirty="0"/>
              <a:t>] ) AND ( Humans[Mesh] OR Animals[Mesh] OR Mouse[Mesh] OR Rat[Mesh] OR mice[</a:t>
            </a:r>
            <a:r>
              <a:rPr lang="en-US" dirty="0" err="1"/>
              <a:t>tiab</a:t>
            </a:r>
            <a:r>
              <a:rPr lang="en-US" dirty="0"/>
              <a:t>] OR rats[</a:t>
            </a:r>
            <a:r>
              <a:rPr lang="en-US" dirty="0" err="1"/>
              <a:t>tiab</a:t>
            </a:r>
            <a:r>
              <a:rPr lang="en-US" dirty="0"/>
              <a:t>] OR rodent*[</a:t>
            </a:r>
            <a:r>
              <a:rPr lang="en-US" dirty="0" err="1"/>
              <a:t>tiab</a:t>
            </a:r>
            <a:r>
              <a:rPr lang="en-US" dirty="0"/>
              <a:t>] ) ) AND ( Journal Article[pt] OR Review[pt] OR Systematic Review[pt] OR Meta-Analysis[pt] ) NOT ( Editorial[pt] OR Letter[pt] OR Comment[pt] OR News[pt] OR Biography[pt] OR Case Reports[pt] OR Interview[pt] )</a:t>
            </a:r>
          </a:p>
        </p:txBody>
      </p:sp>
    </p:spTree>
    <p:extLst>
      <p:ext uri="{BB962C8B-B14F-4D97-AF65-F5344CB8AC3E}">
        <p14:creationId xmlns:p14="http://schemas.microsoft.com/office/powerpoint/2010/main" val="3664421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F45E0-6B8D-4E0B-FBA4-00DD5BF12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VOS plotting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CC7AEC-8C0A-D3ED-027D-96C344E20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800" y="1690688"/>
            <a:ext cx="6844546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00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A52A6-0C51-0D7D-22E3-94FAFF6D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B351D2-22EE-FDDE-A1F8-CB9D89787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B02BB0E-EE33-9C78-572E-753EAC07B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2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478290A-5BC2-65D6-19AE-AA2F23963774}"/>
              </a:ext>
            </a:extLst>
          </p:cNvPr>
          <p:cNvSpPr/>
          <p:nvPr/>
        </p:nvSpPr>
        <p:spPr>
          <a:xfrm>
            <a:off x="8171074" y="1728889"/>
            <a:ext cx="1448477" cy="359554"/>
          </a:xfrm>
          <a:prstGeom prst="round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763F2E9-C345-8EFD-F7F2-EA2AB42AD739}"/>
              </a:ext>
            </a:extLst>
          </p:cNvPr>
          <p:cNvSpPr/>
          <p:nvPr/>
        </p:nvSpPr>
        <p:spPr>
          <a:xfrm>
            <a:off x="10516337" y="515051"/>
            <a:ext cx="1291842" cy="389090"/>
          </a:xfrm>
          <a:prstGeom prst="roundRect">
            <a:avLst/>
          </a:prstGeom>
          <a:solidFill>
            <a:srgbClr val="B5B667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B197D70-860C-494B-9C7F-EE528481DD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4311479"/>
              </p:ext>
            </p:extLst>
          </p:nvPr>
        </p:nvGraphicFramePr>
        <p:xfrm>
          <a:off x="5576711" y="0"/>
          <a:ext cx="645018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CAB824C-0BF5-99AA-B780-8D0F7E47DD3D}"/>
              </a:ext>
            </a:extLst>
          </p:cNvPr>
          <p:cNvSpPr/>
          <p:nvPr/>
        </p:nvSpPr>
        <p:spPr>
          <a:xfrm>
            <a:off x="10194605" y="980717"/>
            <a:ext cx="1291842" cy="389090"/>
          </a:xfrm>
          <a:prstGeom prst="roundRect">
            <a:avLst/>
          </a:prstGeom>
          <a:solidFill>
            <a:srgbClr val="7F7F7F">
              <a:alpha val="25882"/>
            </a:srgb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5508CC37-3BED-4D84-CF27-DA383BC195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03811" y="3357024"/>
            <a:ext cx="4748050" cy="3500976"/>
          </a:xfr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AF84D6B8-5596-E533-DDF5-D677DCE1E4EA}"/>
              </a:ext>
            </a:extLst>
          </p:cNvPr>
          <p:cNvSpPr/>
          <p:nvPr/>
        </p:nvSpPr>
        <p:spPr>
          <a:xfrm>
            <a:off x="6877099" y="5445466"/>
            <a:ext cx="1293975" cy="718162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EC3E8D-D2BC-7BCC-0BE4-4F812C1BB23B}"/>
              </a:ext>
            </a:extLst>
          </p:cNvPr>
          <p:cNvSpPr/>
          <p:nvPr/>
        </p:nvSpPr>
        <p:spPr>
          <a:xfrm>
            <a:off x="7291652" y="5057136"/>
            <a:ext cx="1005681" cy="718162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89B2DF-2DF4-2ABF-8578-A4D228F115D8}"/>
              </a:ext>
            </a:extLst>
          </p:cNvPr>
          <p:cNvSpPr/>
          <p:nvPr/>
        </p:nvSpPr>
        <p:spPr>
          <a:xfrm>
            <a:off x="6962863" y="4494576"/>
            <a:ext cx="1005681" cy="921641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3A434749-3D72-452F-E5A6-9E41EAB06F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4010177"/>
              </p:ext>
            </p:extLst>
          </p:nvPr>
        </p:nvGraphicFramePr>
        <p:xfrm>
          <a:off x="0" y="1001878"/>
          <a:ext cx="3272447" cy="5836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C4C9CBA-55FF-7485-04C4-7E5E5630092E}"/>
              </a:ext>
            </a:extLst>
          </p:cNvPr>
          <p:cNvSpPr txBox="1">
            <a:spLocks/>
          </p:cNvSpPr>
          <p:nvPr/>
        </p:nvSpPr>
        <p:spPr>
          <a:xfrm>
            <a:off x="2923822" y="3285048"/>
            <a:ext cx="3579989" cy="3572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Result:</a:t>
            </a:r>
            <a:endParaRPr lang="en-US" sz="1800" b="1" dirty="0"/>
          </a:p>
          <a:p>
            <a:r>
              <a:rPr lang="en-US" sz="1800" dirty="0"/>
              <a:t>Final paper selection: 515</a:t>
            </a:r>
          </a:p>
          <a:p>
            <a:r>
              <a:rPr lang="en-US" sz="1800" dirty="0"/>
              <a:t>No of diseases identified: 3</a:t>
            </a:r>
          </a:p>
          <a:p>
            <a:pPr lvl="1">
              <a:lnSpc>
                <a:spcPct val="120000"/>
              </a:lnSpc>
            </a:pPr>
            <a:r>
              <a:rPr lang="en-US" sz="1400" dirty="0">
                <a:solidFill>
                  <a:srgbClr val="7F7F7F"/>
                </a:solidFill>
              </a:rPr>
              <a:t>Radiation sickness (#6, Grey Cluster) </a:t>
            </a:r>
          </a:p>
          <a:p>
            <a:pPr lvl="1">
              <a:lnSpc>
                <a:spcPct val="120000"/>
              </a:lnSpc>
            </a:pPr>
            <a:r>
              <a:rPr lang="en-US" sz="1400" dirty="0">
                <a:solidFill>
                  <a:srgbClr val="FF0000"/>
                </a:solidFill>
              </a:rPr>
              <a:t>Spaceflight-Associated Neuro-Ocular Syndrome (#3, Red Cluster)</a:t>
            </a:r>
          </a:p>
          <a:p>
            <a:pPr lvl="1">
              <a:lnSpc>
                <a:spcPct val="120000"/>
              </a:lnSpc>
            </a:pPr>
            <a:r>
              <a:rPr lang="en-US" sz="1400" dirty="0">
                <a:solidFill>
                  <a:srgbClr val="B5B667"/>
                </a:solidFill>
              </a:rPr>
              <a:t>Sleep deprivation (#7, Green Cluster)</a:t>
            </a:r>
          </a:p>
          <a:p>
            <a:r>
              <a:rPr lang="en-US" sz="1800" dirty="0"/>
              <a:t>Plan of action:</a:t>
            </a:r>
          </a:p>
          <a:p>
            <a:pPr lvl="1"/>
            <a:r>
              <a:rPr lang="en-US" sz="1500" dirty="0"/>
              <a:t>Further sorting and curing of data to identify more diseases</a:t>
            </a:r>
          </a:p>
          <a:p>
            <a:pPr lvl="1"/>
            <a:r>
              <a:rPr lang="en-US" sz="1500" dirty="0"/>
              <a:t>Manual study of final sorted papers</a:t>
            </a:r>
          </a:p>
          <a:p>
            <a:pPr lvl="1"/>
            <a:r>
              <a:rPr lang="en-US" sz="1500" dirty="0"/>
              <a:t>Systematic review</a:t>
            </a:r>
          </a:p>
          <a:p>
            <a:pPr lvl="1"/>
            <a:r>
              <a:rPr lang="en-US" sz="1500" dirty="0"/>
              <a:t>Formulation using identified plants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97E7629-ABB4-E845-FAD4-D9C061832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1" y="0"/>
            <a:ext cx="5659966" cy="1325563"/>
          </a:xfrm>
        </p:spPr>
        <p:txBody>
          <a:bodyPr>
            <a:normAutofit/>
          </a:bodyPr>
          <a:lstStyle/>
          <a:p>
            <a:r>
              <a:rPr lang="en-US" sz="3600" dirty="0"/>
              <a:t>Bibliometric analysis pipeline</a:t>
            </a:r>
          </a:p>
        </p:txBody>
      </p:sp>
    </p:spTree>
    <p:extLst>
      <p:ext uri="{BB962C8B-B14F-4D97-AF65-F5344CB8AC3E}">
        <p14:creationId xmlns:p14="http://schemas.microsoft.com/office/powerpoint/2010/main" val="2344979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BBB0E-AF4A-DF8F-5801-12221D0BC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43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8D3A-0408-DB31-86E0-2DA0F4551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BB99C4-869E-FE6C-6E67-84CD0F43C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55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836</Words>
  <Application>Microsoft Macintosh PowerPoint</Application>
  <PresentationFormat>Widescreen</PresentationFormat>
  <Paragraphs>97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Bibliometric analysis on Microgravity and Muscular atrophy and selection of plants to mitigate it</vt:lpstr>
      <vt:lpstr>Query for PubMed Search</vt:lpstr>
      <vt:lpstr>Working pipeline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Plant selection</vt:lpstr>
      <vt:lpstr>Working pipeline</vt:lpstr>
      <vt:lpstr>Title based co-occurrence search </vt:lpstr>
      <vt:lpstr>PowerPoint Presentation</vt:lpstr>
      <vt:lpstr>Cluster closeness</vt:lpstr>
      <vt:lpstr>PowerPoint Presentation</vt:lpstr>
      <vt:lpstr>Query</vt:lpstr>
      <vt:lpstr>VOS plotting</vt:lpstr>
      <vt:lpstr>PowerPoint Presentation</vt:lpstr>
      <vt:lpstr>Bibliometric analysis pipeline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Saptarshi Sanyal</dc:creator>
  <cp:lastModifiedBy>Saptarshi Sanyal</cp:lastModifiedBy>
  <cp:revision>9</cp:revision>
  <dcterms:created xsi:type="dcterms:W3CDTF">2026-07-27T05:24:22Z</dcterms:created>
  <dcterms:modified xsi:type="dcterms:W3CDTF">2026-07-28T07:43:57Z</dcterms:modified>
</cp:coreProperties>
</file>